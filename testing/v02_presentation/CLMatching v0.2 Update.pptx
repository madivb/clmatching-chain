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0" r:id="rId1"/>
  </p:sldMasterIdLst>
  <p:notesMasterIdLst>
    <p:notesMasterId r:id="rId12"/>
  </p:notesMasterIdLst>
  <p:sldIdLst>
    <p:sldId id="256" r:id="rId2"/>
    <p:sldId id="258" r:id="rId11"/>
    <p:sldId id="259" r:id="rId10"/>
    <p:sldId id="260" r:id="rId9"/>
    <p:sldId id="261" r:id="rId8"/>
    <p:sldId id="262" r:id="rId7"/>
    <p:sldId id="263" r:id="rId6"/>
    <p:sldId id="264" r:id="rId5"/>
    <p:sldId id="265" r:id="rId3"/>
    <p:sldId id="266" r:id="rId19"/>
    <p:sldId id="267" r:id="rId20"/>
    <p:sldId id="268" r:id="rId21"/>
    <p:sldId id="269" r:id="rId22"/>
    <p:sldId id="270" r:id="rId23"/>
    <p:sldId id="271" r:id="rId24"/>
    <p:sldId id="272"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F0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BB8167-B82E-41BD-AD4D-9E8FDEF28667}" v="19" dt="2025-11-07T19:40:18.2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87334" autoAdjust="0"/>
  </p:normalViewPr>
  <p:slideViewPr>
    <p:cSldViewPr snapToGrid="0">
      <p:cViewPr varScale="1">
        <p:scale>
          <a:sx n="139" d="100"/>
          <a:sy n="139" d="100"/>
        </p:scale>
        <p:origin x="990" y="10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Yuxuan (Billy)" userId="aa0b3be2-5538-4648-bf3e-e2f10cc4aafb" providerId="ADAL" clId="{41041150-754C-4B9F-BE52-D825D2226B9C}"/>
    <pc:docChg chg="undo custSel addSld delSld modSld sldOrd">
      <pc:chgData name="Wang, Yuxuan (Billy)" userId="aa0b3be2-5538-4648-bf3e-e2f10cc4aafb" providerId="ADAL" clId="{41041150-754C-4B9F-BE52-D825D2226B9C}" dt="2025-10-29T03:33:08.186" v="3954" actId="20577"/>
      <pc:docMkLst>
        <pc:docMk/>
      </pc:docMkLst>
    </pc:docChg>
  </pc:docChgLst>
  <pc:docChgLst>
    <pc:chgData name="Wang, Yuxuan (Billy)" userId="aa0b3be2-5538-4648-bf3e-e2f10cc4aafb" providerId="ADAL" clId="{592ACDAE-304E-5E04-A84E-3A9D80F574F9}"/>
    <pc:docChg chg="undo custSel addSld delSld modSld">
      <pc:chgData name="Wang, Yuxuan (Billy)" userId="aa0b3be2-5538-4648-bf3e-e2f10cc4aafb" providerId="ADAL" clId="{592ACDAE-304E-5E04-A84E-3A9D80F574F9}" dt="2025-11-06T23:03:43.208" v="1053" actId="2696"/>
      <pc:docMkLst>
        <pc:docMk/>
      </pc:docMkLst>
      <pc:sldChg chg="modSp mod">
        <pc:chgData name="Wang, Yuxuan (Billy)" userId="aa0b3be2-5538-4648-bf3e-e2f10cc4aafb" providerId="ADAL" clId="{592ACDAE-304E-5E04-A84E-3A9D80F574F9}" dt="2025-11-06T21:54:00.160" v="642" actId="20577"/>
        <pc:sldMkLst>
          <pc:docMk/>
          <pc:sldMk cId="1764879922" sldId="258"/>
        </pc:sldMkLst>
        <pc:spChg chg="mod">
          <ac:chgData name="Wang, Yuxuan (Billy)" userId="aa0b3be2-5538-4648-bf3e-e2f10cc4aafb" providerId="ADAL" clId="{592ACDAE-304E-5E04-A84E-3A9D80F574F9}" dt="2025-11-06T21:54:00.160" v="642" actId="20577"/>
          <ac:spMkLst>
            <pc:docMk/>
            <pc:sldMk cId="1764879922" sldId="258"/>
            <ac:spMk id="2" creationId="{B846EB1A-987B-1A06-B1E1-92067E206B5D}"/>
          </ac:spMkLst>
        </pc:spChg>
        <pc:spChg chg="mod">
          <ac:chgData name="Wang, Yuxuan (Billy)" userId="aa0b3be2-5538-4648-bf3e-e2f10cc4aafb" providerId="ADAL" clId="{592ACDAE-304E-5E04-A84E-3A9D80F574F9}" dt="2025-11-06T21:48:24.911" v="29" actId="20577"/>
          <ac:spMkLst>
            <pc:docMk/>
            <pc:sldMk cId="1764879922" sldId="258"/>
            <ac:spMk id="3" creationId="{27CD393A-5E2D-02E9-32C6-A3CCAE0A16C3}"/>
          </ac:spMkLst>
        </pc:spChg>
      </pc:sldChg>
      <pc:sldChg chg="addSp modSp mod">
        <pc:chgData name="Wang, Yuxuan (Billy)" userId="aa0b3be2-5538-4648-bf3e-e2f10cc4aafb" providerId="ADAL" clId="{592ACDAE-304E-5E04-A84E-3A9D80F574F9}" dt="2025-11-06T23:03:28.688" v="1014" actId="20577"/>
        <pc:sldMkLst>
          <pc:docMk/>
          <pc:sldMk cId="2276998785" sldId="259"/>
        </pc:sldMkLst>
        <pc:spChg chg="mod">
          <ac:chgData name="Wang, Yuxuan (Billy)" userId="aa0b3be2-5538-4648-bf3e-e2f10cc4aafb" providerId="ADAL" clId="{592ACDAE-304E-5E04-A84E-3A9D80F574F9}" dt="2025-11-06T23:03:28.688" v="1014" actId="20577"/>
          <ac:spMkLst>
            <pc:docMk/>
            <pc:sldMk cId="2276998785" sldId="259"/>
            <ac:spMk id="2" creationId="{25AFC003-DDC1-4C74-303C-93CF4F10174B}"/>
          </ac:spMkLst>
        </pc:spChg>
        <pc:spChg chg="mod">
          <ac:chgData name="Wang, Yuxuan (Billy)" userId="aa0b3be2-5538-4648-bf3e-e2f10cc4aafb" providerId="ADAL" clId="{592ACDAE-304E-5E04-A84E-3A9D80F574F9}" dt="2025-11-06T23:03:10.059" v="965" actId="20577"/>
          <ac:spMkLst>
            <pc:docMk/>
            <pc:sldMk cId="2276998785" sldId="259"/>
            <ac:spMk id="3" creationId="{EAEACE9F-BAE2-10BA-D1E2-DBEA7435434B}"/>
          </ac:spMkLst>
        </pc:spChg>
        <pc:picChg chg="add mod">
          <ac:chgData name="Wang, Yuxuan (Billy)" userId="aa0b3be2-5538-4648-bf3e-e2f10cc4aafb" providerId="ADAL" clId="{592ACDAE-304E-5E04-A84E-3A9D80F574F9}" dt="2025-11-06T22:11:02.267" v="683" actId="1076"/>
          <ac:picMkLst>
            <pc:docMk/>
            <pc:sldMk cId="2276998785" sldId="259"/>
            <ac:picMk id="7" creationId="{610A0D14-6CC8-CE04-A519-02035F003BB8}"/>
          </ac:picMkLst>
        </pc:picChg>
      </pc:sldChg>
      <pc:sldChg chg="modSp new del">
        <pc:chgData name="Wang, Yuxuan (Billy)" userId="aa0b3be2-5538-4648-bf3e-e2f10cc4aafb" providerId="ADAL" clId="{592ACDAE-304E-5E04-A84E-3A9D80F574F9}" dt="2025-11-06T23:01:40.811" v="926" actId="2696"/>
        <pc:sldMkLst>
          <pc:docMk/>
          <pc:sldMk cId="3400119337" sldId="261"/>
        </pc:sldMkLst>
      </pc:sldChg>
      <pc:sldChg chg="addSp modSp new del mod">
        <pc:chgData name="Wang, Yuxuan (Billy)" userId="aa0b3be2-5538-4648-bf3e-e2f10cc4aafb" providerId="ADAL" clId="{592ACDAE-304E-5E04-A84E-3A9D80F574F9}" dt="2025-11-06T23:03:42.247" v="1052" actId="2696"/>
        <pc:sldMkLst>
          <pc:docMk/>
          <pc:sldMk cId="1362559797" sldId="262"/>
        </pc:sldMkLst>
      </pc:sldChg>
      <pc:sldChg chg="addSp modSp new mod">
        <pc:chgData name="Wang, Yuxuan (Billy)" userId="aa0b3be2-5538-4648-bf3e-e2f10cc4aafb" providerId="ADAL" clId="{592ACDAE-304E-5E04-A84E-3A9D80F574F9}" dt="2025-11-06T22:11:28.675" v="714"/>
        <pc:sldMkLst>
          <pc:docMk/>
          <pc:sldMk cId="2793130475" sldId="263"/>
        </pc:sldMkLst>
      </pc:sldChg>
      <pc:sldChg chg="new">
        <pc:chgData name="Wang, Yuxuan (Billy)" userId="aa0b3be2-5538-4648-bf3e-e2f10cc4aafb" providerId="ADAL" clId="{592ACDAE-304E-5E04-A84E-3A9D80F574F9}" dt="2025-11-06T22:12:40.361" v="855" actId="680"/>
        <pc:sldMkLst>
          <pc:docMk/>
          <pc:sldMk cId="3740902226" sldId="264"/>
        </pc:sldMkLst>
      </pc:sldChg>
      <pc:sldChg chg="modSp add del mod">
        <pc:chgData name="Wang, Yuxuan (Billy)" userId="aa0b3be2-5538-4648-bf3e-e2f10cc4aafb" providerId="ADAL" clId="{592ACDAE-304E-5E04-A84E-3A9D80F574F9}" dt="2025-11-06T23:03:43.208" v="1053" actId="2696"/>
        <pc:sldMkLst>
          <pc:docMk/>
          <pc:sldMk cId="3478472071" sldId="265"/>
        </pc:sldMkLst>
      </pc:sldChg>
      <pc:sldChg chg="addSp modSp add mod">
        <pc:chgData name="Wang, Yuxuan (Billy)" userId="aa0b3be2-5538-4648-bf3e-e2f10cc4aafb" providerId="ADAL" clId="{592ACDAE-304E-5E04-A84E-3A9D80F574F9}" dt="2025-11-06T23:03:38.544" v="1051" actId="20577"/>
        <pc:sldMkLst>
          <pc:docMk/>
          <pc:sldMk cId="2880416769" sldId="266"/>
        </pc:sldMkLst>
        <pc:spChg chg="mod">
          <ac:chgData name="Wang, Yuxuan (Billy)" userId="aa0b3be2-5538-4648-bf3e-e2f10cc4aafb" providerId="ADAL" clId="{592ACDAE-304E-5E04-A84E-3A9D80F574F9}" dt="2025-11-06T23:03:38.544" v="1051" actId="20577"/>
          <ac:spMkLst>
            <pc:docMk/>
            <pc:sldMk cId="2880416769" sldId="266"/>
            <ac:spMk id="2" creationId="{D5DFC055-FC5B-483E-7E69-D2D3560A2FA5}"/>
          </ac:spMkLst>
        </pc:spChg>
        <pc:picChg chg="add mod">
          <ac:chgData name="Wang, Yuxuan (Billy)" userId="aa0b3be2-5538-4648-bf3e-e2f10cc4aafb" providerId="ADAL" clId="{592ACDAE-304E-5E04-A84E-3A9D80F574F9}" dt="2025-11-06T23:02:19.179" v="933" actId="1076"/>
          <ac:picMkLst>
            <pc:docMk/>
            <pc:sldMk cId="2880416769" sldId="266"/>
            <ac:picMk id="9" creationId="{80B7423C-8998-6D25-979D-83E32FEDAC87}"/>
          </ac:picMkLst>
        </pc:picChg>
      </pc:sldChg>
      <pc:sldChg chg="addSp modSp new del">
        <pc:chgData name="Wang, Yuxuan (Billy)" userId="aa0b3be2-5538-4648-bf3e-e2f10cc4aafb" providerId="ADAL" clId="{592ACDAE-304E-5E04-A84E-3A9D80F574F9}" dt="2025-11-06T23:02:54.329" v="936" actId="680"/>
        <pc:sldMkLst>
          <pc:docMk/>
          <pc:sldMk cId="1518000050" sldId="267"/>
        </pc:sldMkLst>
      </pc:sldChg>
      <pc:sldChg chg="add del">
        <pc:chgData name="Wang, Yuxuan (Billy)" userId="aa0b3be2-5538-4648-bf3e-e2f10cc4aafb" providerId="ADAL" clId="{592ACDAE-304E-5E04-A84E-3A9D80F574F9}" dt="2025-11-06T23:01:47.602" v="928"/>
        <pc:sldMkLst>
          <pc:docMk/>
          <pc:sldMk cId="1803416005" sldId="267"/>
        </pc:sldMkLst>
      </pc:sldChg>
    </pc:docChg>
  </pc:docChgLst>
  <pc:docChgLst>
    <pc:chgData name="Wang, Yuxuan (Billy)" userId="aa0b3be2-5538-4648-bf3e-e2f10cc4aafb" providerId="ADAL" clId="{1949083F-82CE-485D-8D43-0FE4E2E54B82}"/>
    <pc:docChg chg="undo redo custSel addSld delSld modSld sldOrd modMainMaster">
      <pc:chgData name="Wang, Yuxuan (Billy)" userId="aa0b3be2-5538-4648-bf3e-e2f10cc4aafb" providerId="ADAL" clId="{1949083F-82CE-485D-8D43-0FE4E2E54B82}" dt="2025-11-11T18:16:22.763" v="4687" actId="20577"/>
      <pc:docMkLst>
        <pc:docMk/>
      </pc:docMkLst>
      <pc:sldChg chg="addSp modSp new mod modClrScheme chgLayout">
        <pc:chgData name="Wang, Yuxuan (Billy)" userId="aa0b3be2-5538-4648-bf3e-e2f10cc4aafb" providerId="ADAL" clId="{1949083F-82CE-485D-8D43-0FE4E2E54B82}" dt="2025-11-06T20:02:58.544" v="2437" actId="14100"/>
        <pc:sldMkLst>
          <pc:docMk/>
          <pc:sldMk cId="3084861322" sldId="257"/>
        </pc:sldMkLst>
        <pc:spChg chg="mod ord">
          <ac:chgData name="Wang, Yuxuan (Billy)" userId="aa0b3be2-5538-4648-bf3e-e2f10cc4aafb" providerId="ADAL" clId="{1949083F-82CE-485D-8D43-0FE4E2E54B82}" dt="2025-11-06T20:02:51.620" v="2436" actId="313"/>
          <ac:spMkLst>
            <pc:docMk/>
            <pc:sldMk cId="3084861322" sldId="257"/>
            <ac:spMk id="2" creationId="{2677EA42-23BF-6BD4-362A-18D91E3F5224}"/>
          </ac:spMkLst>
        </pc:spChg>
        <pc:spChg chg="mod">
          <ac:chgData name="Wang, Yuxuan (Billy)" userId="aa0b3be2-5538-4648-bf3e-e2f10cc4aafb" providerId="ADAL" clId="{1949083F-82CE-485D-8D43-0FE4E2E54B82}" dt="2025-11-06T03:49:34.046" v="2111" actId="26606"/>
          <ac:spMkLst>
            <pc:docMk/>
            <pc:sldMk cId="3084861322" sldId="257"/>
            <ac:spMk id="3" creationId="{5C9ECBB7-4E3B-6476-6F87-D8B95D1AB654}"/>
          </ac:spMkLst>
        </pc:spChg>
        <pc:spChg chg="mod">
          <ac:chgData name="Wang, Yuxuan (Billy)" userId="aa0b3be2-5538-4648-bf3e-e2f10cc4aafb" providerId="ADAL" clId="{1949083F-82CE-485D-8D43-0FE4E2E54B82}" dt="2025-11-06T03:49:34.046" v="2111" actId="26606"/>
          <ac:spMkLst>
            <pc:docMk/>
            <pc:sldMk cId="3084861322" sldId="257"/>
            <ac:spMk id="4" creationId="{12A4768F-4279-BB4C-E21F-4EAB3464088B}"/>
          </ac:spMkLst>
        </pc:spChg>
        <pc:spChg chg="mod">
          <ac:chgData name="Wang, Yuxuan (Billy)" userId="aa0b3be2-5538-4648-bf3e-e2f10cc4aafb" providerId="ADAL" clId="{1949083F-82CE-485D-8D43-0FE4E2E54B82}" dt="2025-11-06T03:49:34.046" v="2111" actId="26606"/>
          <ac:spMkLst>
            <pc:docMk/>
            <pc:sldMk cId="3084861322" sldId="257"/>
            <ac:spMk id="5" creationId="{15AFCD5C-EAED-FDD1-957C-000A04F26005}"/>
          </ac:spMkLst>
        </pc:spChg>
        <pc:spChg chg="mod">
          <ac:chgData name="Wang, Yuxuan (Billy)" userId="aa0b3be2-5538-4648-bf3e-e2f10cc4aafb" providerId="ADAL" clId="{1949083F-82CE-485D-8D43-0FE4E2E54B82}" dt="2025-11-06T03:49:34.046" v="2111" actId="26606"/>
          <ac:spMkLst>
            <pc:docMk/>
            <pc:sldMk cId="3084861322" sldId="257"/>
            <ac:spMk id="6" creationId="{91CE67C6-FAB1-6C55-F187-638627B4D832}"/>
          </ac:spMkLst>
        </pc:spChg>
        <pc:picChg chg="add mod ord">
          <ac:chgData name="Wang, Yuxuan (Billy)" userId="aa0b3be2-5538-4648-bf3e-e2f10cc4aafb" providerId="ADAL" clId="{1949083F-82CE-485D-8D43-0FE4E2E54B82}" dt="2025-11-06T20:02:58.544" v="2437" actId="14100"/>
          <ac:picMkLst>
            <pc:docMk/>
            <pc:sldMk cId="3084861322" sldId="257"/>
            <ac:picMk id="8" creationId="{03ABF211-A16A-23D4-0FC2-CE6345709713}"/>
          </ac:picMkLst>
        </pc:picChg>
        <pc:picChg chg="add mod">
          <ac:chgData name="Wang, Yuxuan (Billy)" userId="aa0b3be2-5538-4648-bf3e-e2f10cc4aafb" providerId="ADAL" clId="{1949083F-82CE-485D-8D43-0FE4E2E54B82}" dt="2025-11-06T20:02:24.823" v="2403" actId="14100"/>
          <ac:picMkLst>
            <pc:docMk/>
            <pc:sldMk cId="3084861322" sldId="257"/>
            <ac:picMk id="9" creationId="{35F9CEE9-69E7-AD5E-66B8-FDCEE7B69506}"/>
          </ac:picMkLst>
        </pc:picChg>
      </pc:sldChg>
      <pc:sldChg chg="modSp new mod">
        <pc:chgData name="Wang, Yuxuan (Billy)" userId="aa0b3be2-5538-4648-bf3e-e2f10cc4aafb" providerId="ADAL" clId="{1949083F-82CE-485D-8D43-0FE4E2E54B82}" dt="2025-11-11T18:16:22.763" v="4687" actId="20577"/>
        <pc:sldMkLst>
          <pc:docMk/>
          <pc:sldMk cId="1764879922" sldId="258"/>
        </pc:sldMkLst>
        <pc:spChg chg="mod">
          <ac:chgData name="Wang, Yuxuan (Billy)" userId="aa0b3be2-5538-4648-bf3e-e2f10cc4aafb" providerId="ADAL" clId="{1949083F-82CE-485D-8D43-0FE4E2E54B82}" dt="2025-11-11T18:16:22.763" v="4687" actId="20577"/>
          <ac:spMkLst>
            <pc:docMk/>
            <pc:sldMk cId="1764879922" sldId="258"/>
            <ac:spMk id="2" creationId="{B846EB1A-987B-1A06-B1E1-92067E206B5D}"/>
          </ac:spMkLst>
        </pc:spChg>
        <pc:spChg chg="mod">
          <ac:chgData name="Wang, Yuxuan (Billy)" userId="aa0b3be2-5538-4648-bf3e-e2f10cc4aafb" providerId="ADAL" clId="{1949083F-82CE-485D-8D43-0FE4E2E54B82}" dt="2025-11-11T18:11:02.248" v="3921" actId="20577"/>
          <ac:spMkLst>
            <pc:docMk/>
            <pc:sldMk cId="1764879922" sldId="258"/>
            <ac:spMk id="3" creationId="{27CD393A-5E2D-02E9-32C6-A3CCAE0A16C3}"/>
          </ac:spMkLst>
        </pc:spChg>
      </pc:sldChg>
      <pc:sldChg chg="modSp new mod">
        <pc:chgData name="Wang, Yuxuan (Billy)" userId="aa0b3be2-5538-4648-bf3e-e2f10cc4aafb" providerId="ADAL" clId="{1949083F-82CE-485D-8D43-0FE4E2E54B82}" dt="2025-11-07T18:37:01.608" v="3662" actId="20577"/>
        <pc:sldMkLst>
          <pc:docMk/>
          <pc:sldMk cId="2276998785" sldId="259"/>
        </pc:sldMkLst>
        <pc:spChg chg="mod">
          <ac:chgData name="Wang, Yuxuan (Billy)" userId="aa0b3be2-5538-4648-bf3e-e2f10cc4aafb" providerId="ADAL" clId="{1949083F-82CE-485D-8D43-0FE4E2E54B82}" dt="2025-11-07T18:37:01.608" v="3662" actId="20577"/>
          <ac:spMkLst>
            <pc:docMk/>
            <pc:sldMk cId="2276998785" sldId="259"/>
            <ac:spMk id="2" creationId="{25AFC003-DDC1-4C74-303C-93CF4F10174B}"/>
          </ac:spMkLst>
        </pc:spChg>
      </pc:sldChg>
      <pc:sldChg chg="modSp new mod">
        <pc:chgData name="Wang, Yuxuan (Billy)" userId="aa0b3be2-5538-4648-bf3e-e2f10cc4aafb" providerId="ADAL" clId="{1949083F-82CE-485D-8D43-0FE4E2E54B82}" dt="2025-11-06T00:05:59.926" v="1870" actId="20577"/>
        <pc:sldMkLst>
          <pc:docMk/>
          <pc:sldMk cId="2904061030" sldId="260"/>
        </pc:sldMkLst>
        <pc:spChg chg="mod">
          <ac:chgData name="Wang, Yuxuan (Billy)" userId="aa0b3be2-5538-4648-bf3e-e2f10cc4aafb" providerId="ADAL" clId="{1949083F-82CE-485D-8D43-0FE4E2E54B82}" dt="2025-11-06T00:05:59.926" v="1870" actId="20577"/>
          <ac:spMkLst>
            <pc:docMk/>
            <pc:sldMk cId="2904061030" sldId="260"/>
            <ac:spMk id="2" creationId="{AA9B394A-98C5-E668-2E44-F6590211C941}"/>
          </ac:spMkLst>
        </pc:spChg>
        <pc:spChg chg="mod">
          <ac:chgData name="Wang, Yuxuan (Billy)" userId="aa0b3be2-5538-4648-bf3e-e2f10cc4aafb" providerId="ADAL" clId="{1949083F-82CE-485D-8D43-0FE4E2E54B82}" dt="2025-11-06T00:03:08.658" v="1271" actId="20577"/>
          <ac:spMkLst>
            <pc:docMk/>
            <pc:sldMk cId="2904061030" sldId="260"/>
            <ac:spMk id="3" creationId="{BA907AAD-7096-4B5E-899F-F060D438B0F7}"/>
          </ac:spMkLst>
        </pc:spChg>
      </pc:sldChg>
      <pc:sldChg chg="del">
        <pc:chgData name="Wang, Yuxuan (Billy)" userId="aa0b3be2-5538-4648-bf3e-e2f10cc4aafb" providerId="ADAL" clId="{1949083F-82CE-485D-8D43-0FE4E2E54B82}" dt="2025-11-07T04:31:14.230" v="3180" actId="47"/>
        <pc:sldMkLst>
          <pc:docMk/>
          <pc:sldMk cId="2793130475" sldId="263"/>
        </pc:sldMkLst>
      </pc:sldChg>
      <pc:sldChg chg="del">
        <pc:chgData name="Wang, Yuxuan (Billy)" userId="aa0b3be2-5538-4648-bf3e-e2f10cc4aafb" providerId="ADAL" clId="{1949083F-82CE-485D-8D43-0FE4E2E54B82}" dt="2025-11-05T23:57:45.131" v="1198" actId="47"/>
        <pc:sldMkLst>
          <pc:docMk/>
          <pc:sldMk cId="3903538928" sldId="263"/>
        </pc:sldMkLst>
      </pc:sldChg>
      <pc:sldChg chg="addSp delSp modSp mod">
        <pc:chgData name="Wang, Yuxuan (Billy)" userId="aa0b3be2-5538-4648-bf3e-e2f10cc4aafb" providerId="ADAL" clId="{1949083F-82CE-485D-8D43-0FE4E2E54B82}" dt="2025-11-07T04:29:32.756" v="3094" actId="1076"/>
        <pc:sldMkLst>
          <pc:docMk/>
          <pc:sldMk cId="3740902226" sldId="264"/>
        </pc:sldMkLst>
        <pc:spChg chg="mod">
          <ac:chgData name="Wang, Yuxuan (Billy)" userId="aa0b3be2-5538-4648-bf3e-e2f10cc4aafb" providerId="ADAL" clId="{1949083F-82CE-485D-8D43-0FE4E2E54B82}" dt="2025-11-07T04:28:08.700" v="3085" actId="20577"/>
          <ac:spMkLst>
            <pc:docMk/>
            <pc:sldMk cId="3740902226" sldId="264"/>
            <ac:spMk id="2" creationId="{8C8039CC-088B-9FD8-981F-073B5FCCB1C0}"/>
          </ac:spMkLst>
        </pc:spChg>
        <pc:spChg chg="mod">
          <ac:chgData name="Wang, Yuxuan (Billy)" userId="aa0b3be2-5538-4648-bf3e-e2f10cc4aafb" providerId="ADAL" clId="{1949083F-82CE-485D-8D43-0FE4E2E54B82}" dt="2025-11-07T04:26:11.622" v="2876" actId="20577"/>
          <ac:spMkLst>
            <pc:docMk/>
            <pc:sldMk cId="3740902226" sldId="264"/>
            <ac:spMk id="3" creationId="{ED5721F9-2790-FF60-B5FE-28C39ACE75D0}"/>
          </ac:spMkLst>
        </pc:spChg>
        <pc:picChg chg="add mod">
          <ac:chgData name="Wang, Yuxuan (Billy)" userId="aa0b3be2-5538-4648-bf3e-e2f10cc4aafb" providerId="ADAL" clId="{1949083F-82CE-485D-8D43-0FE4E2E54B82}" dt="2025-11-07T04:29:32.756" v="3094" actId="1076"/>
          <ac:picMkLst>
            <pc:docMk/>
            <pc:sldMk cId="3740902226" sldId="264"/>
            <ac:picMk id="10" creationId="{553C0A79-CC68-98B3-0C55-02777FB41A08}"/>
          </ac:picMkLst>
        </pc:picChg>
      </pc:sldChg>
      <pc:sldChg chg="new del">
        <pc:chgData name="Wang, Yuxuan (Billy)" userId="aa0b3be2-5538-4648-bf3e-e2f10cc4aafb" providerId="ADAL" clId="{1949083F-82CE-485D-8D43-0FE4E2E54B82}" dt="2025-11-07T04:29:49.825" v="3097" actId="47"/>
        <pc:sldMkLst>
          <pc:docMk/>
          <pc:sldMk cId="2876153425" sldId="267"/>
        </pc:sldMkLst>
      </pc:sldChg>
      <pc:sldChg chg="addSp delSp modSp add mod">
        <pc:chgData name="Wang, Yuxuan (Billy)" userId="aa0b3be2-5538-4648-bf3e-e2f10cc4aafb" providerId="ADAL" clId="{1949083F-82CE-485D-8D43-0FE4E2E54B82}" dt="2025-11-07T04:33:53.433" v="3321" actId="20577"/>
        <pc:sldMkLst>
          <pc:docMk/>
          <pc:sldMk cId="3474149367" sldId="268"/>
        </pc:sldMkLst>
        <pc:spChg chg="mod">
          <ac:chgData name="Wang, Yuxuan (Billy)" userId="aa0b3be2-5538-4648-bf3e-e2f10cc4aafb" providerId="ADAL" clId="{1949083F-82CE-485D-8D43-0FE4E2E54B82}" dt="2025-11-07T04:32:48.882" v="3197" actId="27636"/>
          <ac:spMkLst>
            <pc:docMk/>
            <pc:sldMk cId="3474149367" sldId="268"/>
            <ac:spMk id="2" creationId="{5BF13FB0-5086-C8F7-ECEB-2DD2865E6F0A}"/>
          </ac:spMkLst>
        </pc:spChg>
        <pc:spChg chg="add mod">
          <ac:chgData name="Wang, Yuxuan (Billy)" userId="aa0b3be2-5538-4648-bf3e-e2f10cc4aafb" providerId="ADAL" clId="{1949083F-82CE-485D-8D43-0FE4E2E54B82}" dt="2025-11-07T04:33:53.433" v="3321" actId="20577"/>
          <ac:spMkLst>
            <pc:docMk/>
            <pc:sldMk cId="3474149367" sldId="268"/>
            <ac:spMk id="9" creationId="{9631BEEE-B17D-B451-A540-027C5141E5C5}"/>
          </ac:spMkLst>
        </pc:spChg>
        <pc:picChg chg="add mod modCrop">
          <ac:chgData name="Wang, Yuxuan (Billy)" userId="aa0b3be2-5538-4648-bf3e-e2f10cc4aafb" providerId="ADAL" clId="{1949083F-82CE-485D-8D43-0FE4E2E54B82}" dt="2025-11-07T04:33:13.427" v="3205" actId="14100"/>
          <ac:picMkLst>
            <pc:docMk/>
            <pc:sldMk cId="3474149367" sldId="268"/>
            <ac:picMk id="8" creationId="{C35DBCA6-E5C4-82B1-0204-AAD5003C623A}"/>
          </ac:picMkLst>
        </pc:picChg>
      </pc:sldChg>
      <pc:sldChg chg="add del">
        <pc:chgData name="Wang, Yuxuan (Billy)" userId="aa0b3be2-5538-4648-bf3e-e2f10cc4aafb" providerId="ADAL" clId="{1949083F-82CE-485D-8D43-0FE4E2E54B82}" dt="2025-11-07T04:30:45.116" v="3179"/>
        <pc:sldMkLst>
          <pc:docMk/>
          <pc:sldMk cId="2167638961" sldId="269"/>
        </pc:sldMkLst>
      </pc:sldChg>
      <pc:sldChg chg="modSp new mod">
        <pc:chgData name="Wang, Yuxuan (Billy)" userId="aa0b3be2-5538-4648-bf3e-e2f10cc4aafb" providerId="ADAL" clId="{1949083F-82CE-485D-8D43-0FE4E2E54B82}" dt="2025-11-07T22:34:08.100" v="3857" actId="20577"/>
        <pc:sldMkLst>
          <pc:docMk/>
          <pc:sldMk cId="3785990363" sldId="269"/>
        </pc:sldMkLst>
        <pc:spChg chg="mod">
          <ac:chgData name="Wang, Yuxuan (Billy)" userId="aa0b3be2-5538-4648-bf3e-e2f10cc4aafb" providerId="ADAL" clId="{1949083F-82CE-485D-8D43-0FE4E2E54B82}" dt="2025-11-07T22:34:08.100" v="3857" actId="20577"/>
          <ac:spMkLst>
            <pc:docMk/>
            <pc:sldMk cId="3785990363" sldId="269"/>
            <ac:spMk id="2" creationId="{9A9E2CC8-E713-75B0-BB85-7E438992B6E6}"/>
          </ac:spMkLst>
        </pc:spChg>
      </pc:sldChg>
      <pc:sldChg chg="addSp modSp new mod">
        <pc:chgData name="Wang, Yuxuan (Billy)" userId="aa0b3be2-5538-4648-bf3e-e2f10cc4aafb" providerId="ADAL" clId="{1949083F-82CE-485D-8D43-0FE4E2E54B82}" dt="2025-11-07T19:40:16.804" v="3663" actId="20578"/>
        <pc:sldMkLst>
          <pc:docMk/>
          <pc:sldMk cId="729900990" sldId="270"/>
        </pc:sldMkLst>
        <pc:spChg chg="mod">
          <ac:chgData name="Wang, Yuxuan (Billy)" userId="aa0b3be2-5538-4648-bf3e-e2f10cc4aafb" providerId="ADAL" clId="{1949083F-82CE-485D-8D43-0FE4E2E54B82}" dt="2025-11-07T19:40:16.804" v="3663" actId="20578"/>
          <ac:spMkLst>
            <pc:docMk/>
            <pc:sldMk cId="729900990" sldId="270"/>
            <ac:spMk id="2" creationId="{21B187FE-6AF5-49D9-82D6-403C4916D3D9}"/>
          </ac:spMkLst>
        </pc:spChg>
        <pc:spChg chg="mod">
          <ac:chgData name="Wang, Yuxuan (Billy)" userId="aa0b3be2-5538-4648-bf3e-e2f10cc4aafb" providerId="ADAL" clId="{1949083F-82CE-485D-8D43-0FE4E2E54B82}" dt="2025-11-07T04:37:05.363" v="3597" actId="20577"/>
          <ac:spMkLst>
            <pc:docMk/>
            <pc:sldMk cId="729900990" sldId="270"/>
            <ac:spMk id="3" creationId="{B29ABA2C-0D28-F5FF-58E6-40DBF96BC7E6}"/>
          </ac:spMkLst>
        </pc:spChg>
        <pc:picChg chg="add mod">
          <ac:chgData name="Wang, Yuxuan (Billy)" userId="aa0b3be2-5538-4648-bf3e-e2f10cc4aafb" providerId="ADAL" clId="{1949083F-82CE-485D-8D43-0FE4E2E54B82}" dt="2025-11-07T04:36:43.555" v="3501"/>
          <ac:picMkLst>
            <pc:docMk/>
            <pc:sldMk cId="729900990" sldId="270"/>
            <ac:picMk id="7" creationId="{ABB46A2E-A571-88B3-24D1-12486C8DE0C3}"/>
          </ac:picMkLst>
        </pc:picChg>
      </pc:sldChg>
      <pc:sldChg chg="del">
        <pc:chgData name="Wang, Yuxuan (Billy)" userId="aa0b3be2-5538-4648-bf3e-e2f10cc4aafb" providerId="ADAL" clId="{1949083F-82CE-485D-8D43-0FE4E2E54B82}" dt="2025-11-05T23:57:45.547" v="1202" actId="47"/>
        <pc:sldMkLst>
          <pc:docMk/>
          <pc:sldMk cId="2439706542" sldId="275"/>
        </pc:sldMkLst>
      </pc:sldChg>
      <pc:sldChg chg="del">
        <pc:chgData name="Wang, Yuxuan (Billy)" userId="aa0b3be2-5538-4648-bf3e-e2f10cc4aafb" providerId="ADAL" clId="{1949083F-82CE-485D-8D43-0FE4E2E54B82}" dt="2025-11-05T23:57:45.666" v="1203" actId="47"/>
        <pc:sldMkLst>
          <pc:docMk/>
          <pc:sldMk cId="3194903498" sldId="276"/>
        </pc:sldMkLst>
      </pc:sldChg>
      <pc:sldChg chg="del">
        <pc:chgData name="Wang, Yuxuan (Billy)" userId="aa0b3be2-5538-4648-bf3e-e2f10cc4aafb" providerId="ADAL" clId="{1949083F-82CE-485D-8D43-0FE4E2E54B82}" dt="2025-11-05T23:57:45.756" v="1204" actId="47"/>
        <pc:sldMkLst>
          <pc:docMk/>
          <pc:sldMk cId="2916883056" sldId="277"/>
        </pc:sldMkLst>
      </pc:sldChg>
      <pc:sldChg chg="modSp del mod ord">
        <pc:chgData name="Wang, Yuxuan (Billy)" userId="aa0b3be2-5538-4648-bf3e-e2f10cc4aafb" providerId="ADAL" clId="{1949083F-82CE-485D-8D43-0FE4E2E54B82}" dt="2025-11-05T23:57:46.096" v="1207" actId="47"/>
        <pc:sldMkLst>
          <pc:docMk/>
          <pc:sldMk cId="3561801958" sldId="278"/>
        </pc:sldMkLst>
      </pc:sldChg>
      <pc:sldChg chg="modSp del mod ord">
        <pc:chgData name="Wang, Yuxuan (Billy)" userId="aa0b3be2-5538-4648-bf3e-e2f10cc4aafb" providerId="ADAL" clId="{1949083F-82CE-485D-8D43-0FE4E2E54B82}" dt="2025-11-05T23:57:45.876" v="1205" actId="47"/>
        <pc:sldMkLst>
          <pc:docMk/>
          <pc:sldMk cId="810294677" sldId="279"/>
        </pc:sldMkLst>
      </pc:sldChg>
      <pc:sldChg chg="modSp del mod">
        <pc:chgData name="Wang, Yuxuan (Billy)" userId="aa0b3be2-5538-4648-bf3e-e2f10cc4aafb" providerId="ADAL" clId="{1949083F-82CE-485D-8D43-0FE4E2E54B82}" dt="2025-11-05T23:57:45.236" v="1199" actId="47"/>
        <pc:sldMkLst>
          <pc:docMk/>
          <pc:sldMk cId="1398520759" sldId="280"/>
        </pc:sldMkLst>
      </pc:sldChg>
      <pc:sldChg chg="del">
        <pc:chgData name="Wang, Yuxuan (Billy)" userId="aa0b3be2-5538-4648-bf3e-e2f10cc4aafb" providerId="ADAL" clId="{1949083F-82CE-485D-8D43-0FE4E2E54B82}" dt="2025-11-05T23:57:45.456" v="1201" actId="47"/>
        <pc:sldMkLst>
          <pc:docMk/>
          <pc:sldMk cId="2401111033" sldId="281"/>
        </pc:sldMkLst>
      </pc:sldChg>
      <pc:sldChg chg="del">
        <pc:chgData name="Wang, Yuxuan (Billy)" userId="aa0b3be2-5538-4648-bf3e-e2f10cc4aafb" providerId="ADAL" clId="{1949083F-82CE-485D-8D43-0FE4E2E54B82}" dt="2025-11-05T23:57:45.340" v="1200" actId="47"/>
        <pc:sldMkLst>
          <pc:docMk/>
          <pc:sldMk cId="1904751743" sldId="282"/>
        </pc:sldMkLst>
      </pc:sldChg>
      <pc:sldChg chg="addSp modSp new del mod">
        <pc:chgData name="Wang, Yuxuan (Billy)" userId="aa0b3be2-5538-4648-bf3e-e2f10cc4aafb" providerId="ADAL" clId="{1949083F-82CE-485D-8D43-0FE4E2E54B82}" dt="2025-11-05T23:57:45.986" v="1206" actId="47"/>
        <pc:sldMkLst>
          <pc:docMk/>
          <pc:sldMk cId="2404086833" sldId="283"/>
        </pc:sldMkLst>
      </pc:sldChg>
      <pc:sldChg chg="new del">
        <pc:chgData name="Wang, Yuxuan (Billy)" userId="aa0b3be2-5538-4648-bf3e-e2f10cc4aafb" providerId="ADAL" clId="{1949083F-82CE-485D-8D43-0FE4E2E54B82}" dt="2025-11-05T23:57:46.227" v="1208" actId="47"/>
        <pc:sldMkLst>
          <pc:docMk/>
          <pc:sldMk cId="1496801796" sldId="284"/>
        </pc:sldMkLst>
      </pc:sldChg>
      <pc:sldMasterChg chg="modSp modSldLayout">
        <pc:chgData name="Wang, Yuxuan (Billy)" userId="aa0b3be2-5538-4648-bf3e-e2f10cc4aafb" providerId="ADAL" clId="{1949083F-82CE-485D-8D43-0FE4E2E54B82}" dt="2025-11-05T23:57:28.725" v="1196"/>
        <pc:sldMasterMkLst>
          <pc:docMk/>
          <pc:sldMasterMk cId="1445875197" sldId="2147483690"/>
        </pc:sldMasterMkLst>
        <pc:spChg chg="mod">
          <ac:chgData name="Wang, Yuxuan (Billy)" userId="aa0b3be2-5538-4648-bf3e-e2f10cc4aafb" providerId="ADAL" clId="{1949083F-82CE-485D-8D43-0FE4E2E54B82}" dt="2025-11-05T23:57:28.725" v="1196"/>
          <ac:spMkLst>
            <pc:docMk/>
            <pc:sldMasterMk cId="1445875197" sldId="2147483690"/>
            <ac:spMk id="5" creationId="{829AE483-7D0B-6428-EBCB-BFE44AEFE7E8}"/>
          </ac:spMkLst>
        </pc:spChg>
        <pc:sldLayoutChg chg="modSp">
          <pc:chgData name="Wang, Yuxuan (Billy)" userId="aa0b3be2-5538-4648-bf3e-e2f10cc4aafb" providerId="ADAL" clId="{1949083F-82CE-485D-8D43-0FE4E2E54B82}" dt="2025-11-05T23:57:24.187" v="1195"/>
          <pc:sldLayoutMkLst>
            <pc:docMk/>
            <pc:sldMasterMk cId="1445875197" sldId="2147483690"/>
            <pc:sldLayoutMk cId="3349980805" sldId="2147483691"/>
          </pc:sldLayoutMkLst>
          <pc:spChg chg="mod">
            <ac:chgData name="Wang, Yuxuan (Billy)" userId="aa0b3be2-5538-4648-bf3e-e2f10cc4aafb" providerId="ADAL" clId="{1949083F-82CE-485D-8D43-0FE4E2E54B82}" dt="2025-11-05T23:57:24.187" v="1195"/>
            <ac:spMkLst>
              <pc:docMk/>
              <pc:sldMasterMk cId="1445875197" sldId="2147483690"/>
              <pc:sldLayoutMk cId="3349980805" sldId="2147483691"/>
              <ac:spMk id="5" creationId="{6C22A610-DD41-6055-B13F-DFA88CDE0D37}"/>
            </ac:spMkLst>
          </pc:spChg>
        </pc:sldLayoutChg>
        <pc:sldLayoutChg chg="addSp modSp mod">
          <pc:chgData name="Wang, Yuxuan (Billy)" userId="aa0b3be2-5538-4648-bf3e-e2f10cc4aafb" providerId="ADAL" clId="{1949083F-82CE-485D-8D43-0FE4E2E54B82}" dt="2025-11-05T23:56:57.284" v="1192" actId="20577"/>
          <pc:sldLayoutMkLst>
            <pc:docMk/>
            <pc:sldMasterMk cId="1445875197" sldId="2147483690"/>
            <pc:sldLayoutMk cId="3259409429" sldId="2147483692"/>
          </pc:sldLayoutMkLst>
          <pc:spChg chg="mod">
            <ac:chgData name="Wang, Yuxuan (Billy)" userId="aa0b3be2-5538-4648-bf3e-e2f10cc4aafb" providerId="ADAL" clId="{1949083F-82CE-485D-8D43-0FE4E2E54B82}" dt="2025-11-05T23:56:57.284" v="1192" actId="20577"/>
            <ac:spMkLst>
              <pc:docMk/>
              <pc:sldMasterMk cId="1445875197" sldId="2147483690"/>
              <pc:sldLayoutMk cId="3259409429" sldId="2147483692"/>
              <ac:spMk id="13" creationId="{1FBFB400-A9F2-D7BC-0E51-45FE526A5C88}"/>
            </ac:spMkLst>
          </pc:spChg>
        </pc:sldLayoutChg>
        <pc:sldLayoutChg chg="modSp mod">
          <pc:chgData name="Wang, Yuxuan (Billy)" userId="aa0b3be2-5538-4648-bf3e-e2f10cc4aafb" providerId="ADAL" clId="{1949083F-82CE-485D-8D43-0FE4E2E54B82}" dt="2025-11-05T23:57:18.442" v="1194" actId="20577"/>
          <pc:sldLayoutMkLst>
            <pc:docMk/>
            <pc:sldMasterMk cId="1445875197" sldId="2147483690"/>
            <pc:sldLayoutMk cId="3792659401" sldId="2147483693"/>
          </pc:sldLayoutMkLst>
          <pc:spChg chg="mod">
            <ac:chgData name="Wang, Yuxuan (Billy)" userId="aa0b3be2-5538-4648-bf3e-e2f10cc4aafb" providerId="ADAL" clId="{1949083F-82CE-485D-8D43-0FE4E2E54B82}" dt="2025-11-05T23:57:18.442" v="1194" actId="20577"/>
            <ac:spMkLst>
              <pc:docMk/>
              <pc:sldMasterMk cId="1445875197" sldId="2147483690"/>
              <pc:sldLayoutMk cId="3792659401" sldId="2147483693"/>
              <ac:spMk id="5" creationId="{1B413298-D95B-3F47-0682-BC4694079F5B}"/>
            </ac:spMkLst>
          </pc:spChg>
        </pc:sldLayoutChg>
      </pc:sldMasterChg>
    </pc:docChg>
  </pc:docChgLst>
  <pc:docChgLst>
    <pc:chgData name="Wang, Yuxuan (Billy)" userId="aa0b3be2-5538-4648-bf3e-e2f10cc4aafb" providerId="ADAL" clId="{88A085FD-4B89-4AE4-86B7-43E2590CA6E2}"/>
    <pc:docChg chg="undo custSel addSld delSld modSld">
      <pc:chgData name="Wang, Yuxuan (Billy)" userId="aa0b3be2-5538-4648-bf3e-e2f10cc4aafb" providerId="ADAL" clId="{88A085FD-4B89-4AE4-86B7-43E2590CA6E2}" dt="2025-10-16T16:52:36.626" v="15042"/>
      <pc:docMkLst>
        <pc:docMk/>
      </pc:docMkLst>
      <pc:sldChg chg="modSp mod">
        <pc:chgData name="Wang, Yuxuan (Billy)" userId="aa0b3be2-5538-4648-bf3e-e2f10cc4aafb" providerId="ADAL" clId="{88A085FD-4B89-4AE4-86B7-43E2590CA6E2}" dt="2025-10-16T16:52:36.626" v="15042"/>
        <pc:sldMkLst>
          <pc:docMk/>
          <pc:sldMk cId="748694168" sldId="256"/>
        </pc:sldMkLst>
        <pc:spChg chg="mod">
          <ac:chgData name="Wang, Yuxuan (Billy)" userId="aa0b3be2-5538-4648-bf3e-e2f10cc4aafb" providerId="ADAL" clId="{88A085FD-4B89-4AE4-86B7-43E2590CA6E2}" dt="2025-10-16T16:52:36.626" v="15042"/>
          <ac:spMkLst>
            <pc:docMk/>
            <pc:sldMk cId="748694168" sldId="256"/>
            <ac:spMk id="3" creationId="{1EBC0536-8AC4-C4BB-B8C5-7E5E1CAC1F7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3E164-383F-440B-9C3B-5ADBA4F577AC}" type="datetimeFigureOut">
              <a:rPr lang="zh-CN" altLang="en-US" smtClean="0"/>
              <a:t>2025/11/10</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0D8F0-6CE8-49E7-84D2-F83268B5D9FE}" type="slidenum">
              <a:rPr lang="zh-CN" altLang="en-US" smtClean="0"/>
              <a:t>‹#›</a:t>
            </a:fld>
            <a:endParaRPr lang="zh-CN" altLang="en-US"/>
          </a:p>
        </p:txBody>
      </p:sp>
    </p:spTree>
    <p:extLst>
      <p:ext uri="{BB962C8B-B14F-4D97-AF65-F5344CB8AC3E}">
        <p14:creationId xmlns:p14="http://schemas.microsoft.com/office/powerpoint/2010/main" val="1406898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5"/>
          </p:nvPr>
        </p:nvSpPr>
        <p:spPr/>
        <p:txBody>
          <a:bodyPr/>
          <a:lstStyle/>
          <a:p>
            <a:fld id="{2B70D8F0-6CE8-49E7-84D2-F83268B5D9FE}" type="slidenum">
              <a:rPr lang="zh-CN" altLang="en-US" smtClean="0"/>
              <a:t>1</a:t>
            </a:fld>
            <a:endParaRPr lang="zh-CN" altLang="en-US"/>
          </a:p>
        </p:txBody>
      </p:sp>
    </p:spTree>
    <p:extLst>
      <p:ext uri="{BB962C8B-B14F-4D97-AF65-F5344CB8AC3E}">
        <p14:creationId xmlns:p14="http://schemas.microsoft.com/office/powerpoint/2010/main" val="2813619700"/>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 want to walk you through the new v0.2 placement, which is mostly about placing clusters in a smarter order, plus a physics alarm that catches wrong placements, and then show where we stand and what's left.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For every charge cluster we predict the light it would make. Placing a cluster means sliding that predicted pulse in time until the total predicted light matches what we recorded. We call a hit correct when its reconstructed time is within ten ticks of the truth.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is simple: place the things we are sure about first. Showers, then the long tracks that cross several TPCs - those can hardly go anywhere else. What remains is a pool of one-or-two-TPC clusters, and those are the tricky ones, because several of them can plausibly claim the same flash. The old code placed them in whatever order they came, and one early mistake would mess up everything placed afterwards.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round of the loop starts like this. Take the biggest cluster left in the pool. Then gather the others that live in the same TPC and are almost as bright - those are exactly the ones the fit could confuse with it. A dim cluster can't steal a bright cluster's flash, so we don't worry about those. That group, at most five clusters, is our batch.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key trick. We place the batch members one at a time, and each one simply goes where it fits best given what's already there. But of course the result depends on who goes first. Instead of guessing, we try every order - at most 120 of them - and keep the ending where the light is explained best. This sounds expensive but it's seconds per event.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winning order we commit everything except the very last cluster placed - it had the least freedom, so we let it go back to the pool and try again in the next round with the next energy band. Rinse and repeat until the pool is empty. At the end, two quick clean-ups: pairs of clusters can swap times if that fits better, and anything that looks suspicious gets one more scan against the now-complete picture.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extra ingredient inside every scan. The chi-square alone can be fooled because our light amplitude prediction has sizable systematics. The shape across channels is much more trustworthy. So at every candidate time we ask: does the light that is still unexplained look like this cluster's pattern? That's just a cosine similarity, and we fold it in as a soft penalty. We tried a hard cut - it actually hurts. Soft is the 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alarm. The physics is simple: light from different clusters only adds up, so if our prediction sits above the recorded light, something is definitely wrong there. We measure that in units of photon statistics, and ring the alarm when three channels overshoot significantly, or when the leftover light just doesn't look like the cluster.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alarm rings we have three moves, depending on the situation. If several clusters share the slot, we replay them in every order, like the main loop. If everyone insists on staying, we suspect the cluster itself is wrongly glued together across TPCs, so we cut off the piece that wants to leave and give it a fresh identity. And if the cluster is alone and screaming, the flash it claims may simply not exist - so it gets a full rescan. Nothing is adopted unless the light model genuinely improves.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alarm now polices the later stages too. Before, those stages could plant a huge wrong pulse and nobody would object - here's the case that motivated this, ten sigma of overflow across the whole wall. Now every placement is checked the moment it happens, and if the alarm rings we keep, undo, or rescan - whichever explains the light best.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it together: predict, place the sure things, run the batch loop for the tricky pool, let the alarm and the saving moves clean up, and police the two later stages. One hygiene rule everywhere: saturated channels are excluded from every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line. Each layer stacks: the ordering buys a percent, the saving moves another 1.3 on the backbone, and the police another quarter. We end at 97.25 percent of assigned energy within ten ticks, and for clusters above 50 MeV it's 97.4 with full coverage.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success looks like: a TPC with over four GeV of activity, every single hit within ten ticks. Red points would be mistakes - there aren't any.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where do we still fail? Only in busy TPCs. Below a few hundred MeV of activity we are essentially perfect. The mistakes live where a big shower lights up the whole wall - then every candidate flash looks plausible and the template matching degenerates.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smarter ordering, trying every order among rivals, a physics overflow alarm, and policing every stage bring us from 95.1 to 97.25 percent. Quiet TPCs are basically solved. Everything that's left sits in shower-dominated TPCs, so the next development is a separate path: recognise that a TPC is shower-dominated, and treat it with a dedicated algorithm instead of the standard scan.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C2E2A-5B83-3003-8A8A-82E2114AA287}"/>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07A0D92A-E83D-250F-7D58-2A6544C36E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4C103CD1-F111-6C88-1912-09254A0491B7}"/>
              </a:ext>
            </a:extLst>
          </p:cNvPr>
          <p:cNvSpPr>
            <a:spLocks noGrp="1"/>
          </p:cNvSpPr>
          <p:nvPr>
            <p:ph type="dt" sz="half" idx="10"/>
          </p:nvPr>
        </p:nvSpPr>
        <p:spPr/>
        <p:txBody>
          <a:bodyPr/>
          <a:lstStyle/>
          <a:p>
            <a:r>
              <a:rPr lang="en-US" altLang="zh-CN"/>
              <a:t>Billy Wang @ UCSB</a:t>
            </a:r>
            <a:endParaRPr lang="zh-CN" altLang="en-US"/>
          </a:p>
        </p:txBody>
      </p:sp>
      <p:sp>
        <p:nvSpPr>
          <p:cNvPr id="5" name="Footer Placeholder 4">
            <a:extLst>
              <a:ext uri="{FF2B5EF4-FFF2-40B4-BE49-F238E27FC236}">
                <a16:creationId xmlns:a16="http://schemas.microsoft.com/office/drawing/2014/main" id="{6C22A610-DD41-6055-B13F-DFA88CDE0D37}"/>
              </a:ext>
            </a:extLst>
          </p:cNvPr>
          <p:cNvSpPr>
            <a:spLocks noGrp="1"/>
          </p:cNvSpPr>
          <p:nvPr>
            <p:ph type="ftr" sz="quarter" idx="11"/>
          </p:nvPr>
        </p:nvSpPr>
        <p:spPr/>
        <p:txBody>
          <a:bodyPr/>
          <a:lstStyle/>
          <a:p>
            <a:r>
              <a:rPr lang="en-US" altLang="zh-CN" dirty="0"/>
              <a:t>ND Prototypes analysis meeting</a:t>
            </a:r>
          </a:p>
        </p:txBody>
      </p:sp>
      <p:sp>
        <p:nvSpPr>
          <p:cNvPr id="6" name="Slide Number Placeholder 5">
            <a:extLst>
              <a:ext uri="{FF2B5EF4-FFF2-40B4-BE49-F238E27FC236}">
                <a16:creationId xmlns:a16="http://schemas.microsoft.com/office/drawing/2014/main" id="{A4C2E6B4-BFB4-4319-183D-B89E6E3F071D}"/>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3349980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BE1EAC-7FC1-AEE7-8DEB-C8BFA9125C2A}"/>
              </a:ext>
            </a:extLst>
          </p:cNvPr>
          <p:cNvSpPr>
            <a:spLocks noGrp="1"/>
          </p:cNvSpPr>
          <p:nvPr>
            <p:ph idx="1"/>
          </p:nvPr>
        </p:nvSpPr>
        <p:spPr>
          <a:xfrm>
            <a:off x="611659" y="1556951"/>
            <a:ext cx="10756558" cy="4466968"/>
          </a:xfrm>
        </p:spPr>
        <p:txBody>
          <a:bodyPr>
            <a:normAutofit/>
          </a:bodyPr>
          <a:lstStyle>
            <a:lvl1pPr>
              <a:defRPr sz="2000"/>
            </a:lvl1pPr>
            <a:lvl2pPr>
              <a:defRPr sz="1800"/>
            </a:lvl2pPr>
            <a:lvl3pPr>
              <a:defRPr sz="1600"/>
            </a:lvl3pPr>
            <a:lvl4pPr>
              <a:defRPr sz="1400"/>
            </a:lvl4pPr>
            <a:lvl5pPr>
              <a:defRPr sz="1400"/>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9" name="Rectangle 8">
            <a:extLst>
              <a:ext uri="{FF2B5EF4-FFF2-40B4-BE49-F238E27FC236}">
                <a16:creationId xmlns:a16="http://schemas.microsoft.com/office/drawing/2014/main" id="{208DBC84-12C6-5159-FBD0-A5EF42C5D631}"/>
              </a:ext>
            </a:extLst>
          </p:cNvPr>
          <p:cNvSpPr/>
          <p:nvPr userDrawn="1"/>
        </p:nvSpPr>
        <p:spPr>
          <a:xfrm>
            <a:off x="0" y="6592330"/>
            <a:ext cx="12192000" cy="26567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itle 10">
            <a:extLst>
              <a:ext uri="{FF2B5EF4-FFF2-40B4-BE49-F238E27FC236}">
                <a16:creationId xmlns:a16="http://schemas.microsoft.com/office/drawing/2014/main" id="{9182D38D-25DF-D4EC-E901-B130E3C8F8B2}"/>
              </a:ext>
            </a:extLst>
          </p:cNvPr>
          <p:cNvSpPr>
            <a:spLocks noGrp="1"/>
          </p:cNvSpPr>
          <p:nvPr>
            <p:ph type="title"/>
          </p:nvPr>
        </p:nvSpPr>
        <p:spPr>
          <a:xfrm>
            <a:off x="611659" y="460997"/>
            <a:ext cx="10515600" cy="859781"/>
          </a:xfrm>
        </p:spPr>
        <p:txBody>
          <a:bodyPr>
            <a:normAutofit/>
          </a:bodyPr>
          <a:lstStyle>
            <a:lvl1pPr>
              <a:defRPr sz="4000"/>
            </a:lvl1pPr>
          </a:lstStyle>
          <a:p>
            <a:r>
              <a:rPr lang="en-US" altLang="zh-CN"/>
              <a:t>Click to edit Master title style</a:t>
            </a:r>
            <a:endParaRPr lang="zh-CN" altLang="en-US"/>
          </a:p>
        </p:txBody>
      </p:sp>
      <p:sp>
        <p:nvSpPr>
          <p:cNvPr id="12" name="Date Placeholder 11">
            <a:extLst>
              <a:ext uri="{FF2B5EF4-FFF2-40B4-BE49-F238E27FC236}">
                <a16:creationId xmlns:a16="http://schemas.microsoft.com/office/drawing/2014/main" id="{94ACF2FC-4E62-B703-E401-5AADB318CE1F}"/>
              </a:ext>
            </a:extLst>
          </p:cNvPr>
          <p:cNvSpPr>
            <a:spLocks noGrp="1"/>
          </p:cNvSpPr>
          <p:nvPr>
            <p:ph type="dt" sz="half" idx="10"/>
          </p:nvPr>
        </p:nvSpPr>
        <p:spPr>
          <a:xfrm>
            <a:off x="0" y="6588640"/>
            <a:ext cx="3352800" cy="265670"/>
          </a:xfrm>
        </p:spPr>
        <p:txBody>
          <a:bodyPr/>
          <a:lstStyle>
            <a:lvl1pPr>
              <a:defRPr sz="1200">
                <a:solidFill>
                  <a:srgbClr val="FFFFFF"/>
                </a:solidFill>
                <a:latin typeface="Times New Roman" panose="02020603050405020304" pitchFamily="18" charset="0"/>
                <a:cs typeface="Times New Roman" panose="02020603050405020304" pitchFamily="18" charset="0"/>
              </a:defRPr>
            </a:lvl1pPr>
          </a:lstStyle>
          <a:p>
            <a:r>
              <a:rPr lang="en-US" altLang="zh-CN"/>
              <a:t>Billy @ Caltech</a:t>
            </a:r>
            <a:endParaRPr lang="zh-CN" altLang="en-US"/>
          </a:p>
        </p:txBody>
      </p:sp>
      <p:sp>
        <p:nvSpPr>
          <p:cNvPr id="13" name="Footer Placeholder 12">
            <a:extLst>
              <a:ext uri="{FF2B5EF4-FFF2-40B4-BE49-F238E27FC236}">
                <a16:creationId xmlns:a16="http://schemas.microsoft.com/office/drawing/2014/main" id="{1FBFB400-A9F2-D7BC-0E51-45FE526A5C88}"/>
              </a:ext>
            </a:extLst>
          </p:cNvPr>
          <p:cNvSpPr>
            <a:spLocks noGrp="1"/>
          </p:cNvSpPr>
          <p:nvPr>
            <p:ph type="ftr" sz="quarter" idx="11"/>
          </p:nvPr>
        </p:nvSpPr>
        <p:spPr>
          <a:xfrm>
            <a:off x="2743200" y="6584949"/>
            <a:ext cx="6705600" cy="269361"/>
          </a:xfrm>
        </p:spPr>
        <p:txBody>
          <a:bodyPr/>
          <a:lstStyle>
            <a:lvl1pPr>
              <a:defRPr lang="zh-CN" altLang="en-US" sz="1200" kern="1200" dirty="0">
                <a:solidFill>
                  <a:srgbClr val="FF0000"/>
                </a:solidFill>
                <a:latin typeface="Times New Roman" panose="02020603050405020304" pitchFamily="18" charset="0"/>
                <a:ea typeface="+mn-ea"/>
                <a:cs typeface="Times New Roman" panose="02020603050405020304" pitchFamily="18" charset="0"/>
              </a:defRPr>
            </a:lvl1pPr>
          </a:lstStyle>
          <a:p>
            <a:r>
              <a:rPr lang="en-US" altLang="zh-CN" dirty="0"/>
              <a:t>ND Prototypes analysis meeting</a:t>
            </a:r>
          </a:p>
        </p:txBody>
      </p:sp>
      <p:sp>
        <p:nvSpPr>
          <p:cNvPr id="14" name="Slide Number Placeholder 13">
            <a:extLst>
              <a:ext uri="{FF2B5EF4-FFF2-40B4-BE49-F238E27FC236}">
                <a16:creationId xmlns:a16="http://schemas.microsoft.com/office/drawing/2014/main" id="{DE0EE24F-0489-AD51-CE3F-5AE3A193079A}"/>
              </a:ext>
            </a:extLst>
          </p:cNvPr>
          <p:cNvSpPr>
            <a:spLocks noGrp="1"/>
          </p:cNvSpPr>
          <p:nvPr>
            <p:ph type="sldNum" sz="quarter" idx="12"/>
          </p:nvPr>
        </p:nvSpPr>
        <p:spPr>
          <a:xfrm>
            <a:off x="9448800" y="6592330"/>
            <a:ext cx="2743200" cy="261980"/>
          </a:xfrm>
        </p:spPr>
        <p:txBody>
          <a:bodyPr/>
          <a:lstStyle>
            <a:lvl1pPr>
              <a:defRPr>
                <a:solidFill>
                  <a:srgbClr val="FFFFFF"/>
                </a:solidFill>
                <a:latin typeface="Times New Roman" panose="02020603050405020304" pitchFamily="18" charset="0"/>
                <a:cs typeface="Times New Roman" panose="02020603050405020304" pitchFamily="18" charset="0"/>
              </a:defRPr>
            </a:lvl1pPr>
          </a:lstStyle>
          <a:p>
            <a:fld id="{0D84615C-8B50-4B86-ABB8-00B122DED859}" type="datetimeFigureOut">
              <a:rPr lang="zh-CN" altLang="en-US" smtClean="0"/>
              <a:pPr/>
              <a:t>2025/11/10</a:t>
            </a:fld>
            <a:r>
              <a:rPr lang="zh-CN" altLang="en-US"/>
              <a:t>   </a:t>
            </a:r>
            <a:fld id="{34356D37-98E8-4B99-8293-785204D09883}" type="slidenum">
              <a:rPr lang="zh-CN" altLang="en-US" smtClean="0"/>
              <a:pPr/>
              <a:t>‹#›</a:t>
            </a:fld>
            <a:r>
              <a:rPr lang="zh-CN" altLang="en-US"/>
              <a:t> </a:t>
            </a:r>
          </a:p>
        </p:txBody>
      </p:sp>
      <p:pic>
        <p:nvPicPr>
          <p:cNvPr id="5" name="Picture 4" descr="A blue and orange logo&#10;&#10;Description automatically generated">
            <a:extLst>
              <a:ext uri="{FF2B5EF4-FFF2-40B4-BE49-F238E27FC236}">
                <a16:creationId xmlns:a16="http://schemas.microsoft.com/office/drawing/2014/main" id="{6408210E-E0D8-146D-60E2-1D535FDE6AE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93928" y="0"/>
            <a:ext cx="1018059" cy="413587"/>
          </a:xfrm>
          <a:prstGeom prst="rect">
            <a:avLst/>
          </a:prstGeom>
        </p:spPr>
      </p:pic>
    </p:spTree>
    <p:extLst>
      <p:ext uri="{BB962C8B-B14F-4D97-AF65-F5344CB8AC3E}">
        <p14:creationId xmlns:p14="http://schemas.microsoft.com/office/powerpoint/2010/main" val="3259409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960A4-01ED-7203-BA7D-3B76CB44B890}"/>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D35CC0C4-312A-4AAE-0AAB-61DF531034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B6D68B9E-DE84-92FF-50E1-4395FF4B5AF8}"/>
              </a:ext>
            </a:extLst>
          </p:cNvPr>
          <p:cNvSpPr>
            <a:spLocks noGrp="1"/>
          </p:cNvSpPr>
          <p:nvPr>
            <p:ph type="dt" sz="half" idx="10"/>
          </p:nvPr>
        </p:nvSpPr>
        <p:spPr/>
        <p:txBody>
          <a:bodyPr/>
          <a:lstStyle/>
          <a:p>
            <a:r>
              <a:rPr lang="en-US" altLang="zh-CN"/>
              <a:t>Billy Wang @ Caltech</a:t>
            </a:r>
          </a:p>
        </p:txBody>
      </p:sp>
      <p:sp>
        <p:nvSpPr>
          <p:cNvPr id="5" name="Footer Placeholder 4">
            <a:extLst>
              <a:ext uri="{FF2B5EF4-FFF2-40B4-BE49-F238E27FC236}">
                <a16:creationId xmlns:a16="http://schemas.microsoft.com/office/drawing/2014/main" id="{1B413298-D95B-3F47-0682-BC4694079F5B}"/>
              </a:ext>
            </a:extLst>
          </p:cNvPr>
          <p:cNvSpPr>
            <a:spLocks noGrp="1"/>
          </p:cNvSpPr>
          <p:nvPr>
            <p:ph type="ftr" sz="quarter" idx="11"/>
          </p:nvPr>
        </p:nvSpPr>
        <p:spPr/>
        <p:txBody>
          <a:bodyPr/>
          <a:lstStyle/>
          <a:p>
            <a:r>
              <a:rPr lang="en-US" altLang="zh-CN" dirty="0"/>
              <a:t>ND Prototypes analysis meeting</a:t>
            </a:r>
          </a:p>
        </p:txBody>
      </p:sp>
      <p:sp>
        <p:nvSpPr>
          <p:cNvPr id="6" name="Slide Number Placeholder 5">
            <a:extLst>
              <a:ext uri="{FF2B5EF4-FFF2-40B4-BE49-F238E27FC236}">
                <a16:creationId xmlns:a16="http://schemas.microsoft.com/office/drawing/2014/main" id="{EBABF1B5-DC0B-594C-065F-64748156B41C}"/>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3792659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60BFE-B7BF-0E59-F511-FCA6D0B976E8}"/>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903DC584-54FB-63AE-413B-3D449F18D5CB}"/>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918BCCD7-DB11-976F-25D9-67C537508316}"/>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72C96C26-5355-BC92-36A6-85335819E0C7}"/>
              </a:ext>
            </a:extLst>
          </p:cNvPr>
          <p:cNvSpPr>
            <a:spLocks noGrp="1"/>
          </p:cNvSpPr>
          <p:nvPr>
            <p:ph type="dt" sz="half" idx="10"/>
          </p:nvPr>
        </p:nvSpPr>
        <p:spPr/>
        <p:txBody>
          <a:bodyPr/>
          <a:lstStyle/>
          <a:p>
            <a:r>
              <a:rPr lang="en-US" altLang="zh-CN"/>
              <a:t>Billy Wang @ Caltech</a:t>
            </a:r>
            <a:endParaRPr lang="zh-CN" altLang="en-US"/>
          </a:p>
        </p:txBody>
      </p:sp>
      <p:sp>
        <p:nvSpPr>
          <p:cNvPr id="6" name="Footer Placeholder 5">
            <a:extLst>
              <a:ext uri="{FF2B5EF4-FFF2-40B4-BE49-F238E27FC236}">
                <a16:creationId xmlns:a16="http://schemas.microsoft.com/office/drawing/2014/main" id="{F8900182-77A1-5099-D9AD-FA29A55E9508}"/>
              </a:ext>
            </a:extLst>
          </p:cNvPr>
          <p:cNvSpPr>
            <a:spLocks noGrp="1"/>
          </p:cNvSpPr>
          <p:nvPr>
            <p:ph type="ftr" sz="quarter" idx="11"/>
          </p:nvPr>
        </p:nvSpPr>
        <p:spPr/>
        <p:txBody>
          <a:bodyPr/>
          <a:lstStyle/>
          <a:p>
            <a:r>
              <a:rPr lang="en-US" altLang="zh-CN" dirty="0"/>
              <a:t>2x2 Data Assessment Meeting</a:t>
            </a:r>
          </a:p>
        </p:txBody>
      </p:sp>
      <p:sp>
        <p:nvSpPr>
          <p:cNvPr id="7" name="Slide Number Placeholder 6">
            <a:extLst>
              <a:ext uri="{FF2B5EF4-FFF2-40B4-BE49-F238E27FC236}">
                <a16:creationId xmlns:a16="http://schemas.microsoft.com/office/drawing/2014/main" id="{1D1BDC66-E5E5-80BD-0A99-5F07C48AE9A9}"/>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610623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76769-1D10-F0E3-54E2-2B5CA62BFFCE}"/>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1C742AFB-7D7E-C8A5-D570-C69B678CF4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B74B932F-0C24-7005-16A9-C500D546DDF1}"/>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22E54D64-A04F-1570-A5A8-0566BB3A01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B931FA48-50DC-0AB9-FA7E-BC70E6808B74}"/>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724C2D33-665B-6AD9-2128-2B0E4B6E6957}"/>
              </a:ext>
            </a:extLst>
          </p:cNvPr>
          <p:cNvSpPr>
            <a:spLocks noGrp="1"/>
          </p:cNvSpPr>
          <p:nvPr>
            <p:ph type="dt" sz="half" idx="10"/>
          </p:nvPr>
        </p:nvSpPr>
        <p:spPr/>
        <p:txBody>
          <a:bodyPr/>
          <a:lstStyle/>
          <a:p>
            <a:r>
              <a:rPr lang="en-US" altLang="zh-CN"/>
              <a:t>Billy Wang @ UCSB</a:t>
            </a:r>
            <a:endParaRPr lang="zh-CN" altLang="en-US"/>
          </a:p>
        </p:txBody>
      </p:sp>
      <p:sp>
        <p:nvSpPr>
          <p:cNvPr id="8" name="Footer Placeholder 7">
            <a:extLst>
              <a:ext uri="{FF2B5EF4-FFF2-40B4-BE49-F238E27FC236}">
                <a16:creationId xmlns:a16="http://schemas.microsoft.com/office/drawing/2014/main" id="{533B993A-AB38-E616-BED0-460F75B469E3}"/>
              </a:ext>
            </a:extLst>
          </p:cNvPr>
          <p:cNvSpPr>
            <a:spLocks noGrp="1"/>
          </p:cNvSpPr>
          <p:nvPr>
            <p:ph type="ftr" sz="quarter" idx="11"/>
          </p:nvPr>
        </p:nvSpPr>
        <p:spPr/>
        <p:txBody>
          <a:bodyPr/>
          <a:lstStyle/>
          <a:p>
            <a:r>
              <a:rPr lang="en-US" altLang="zh-CN"/>
              <a:t>WAB Analysis</a:t>
            </a:r>
            <a:endParaRPr lang="zh-CN" altLang="en-US"/>
          </a:p>
        </p:txBody>
      </p:sp>
      <p:sp>
        <p:nvSpPr>
          <p:cNvPr id="9" name="Slide Number Placeholder 8">
            <a:extLst>
              <a:ext uri="{FF2B5EF4-FFF2-40B4-BE49-F238E27FC236}">
                <a16:creationId xmlns:a16="http://schemas.microsoft.com/office/drawing/2014/main" id="{6C468746-986A-7DFF-27DF-CCDF19D9B7DB}"/>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1799990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E7C7-4CD9-1EEC-D988-C6E6BE147AA0}"/>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A2295612-A7B0-5040-7668-52847F5CC877}"/>
              </a:ext>
            </a:extLst>
          </p:cNvPr>
          <p:cNvSpPr>
            <a:spLocks noGrp="1"/>
          </p:cNvSpPr>
          <p:nvPr>
            <p:ph type="dt" sz="half" idx="10"/>
          </p:nvPr>
        </p:nvSpPr>
        <p:spPr/>
        <p:txBody>
          <a:bodyPr/>
          <a:lstStyle/>
          <a:p>
            <a:r>
              <a:rPr lang="en-US" altLang="zh-CN"/>
              <a:t>Billy Wang @ UCSB</a:t>
            </a:r>
            <a:endParaRPr lang="zh-CN" altLang="en-US"/>
          </a:p>
        </p:txBody>
      </p:sp>
      <p:sp>
        <p:nvSpPr>
          <p:cNvPr id="4" name="Footer Placeholder 3">
            <a:extLst>
              <a:ext uri="{FF2B5EF4-FFF2-40B4-BE49-F238E27FC236}">
                <a16:creationId xmlns:a16="http://schemas.microsoft.com/office/drawing/2014/main" id="{65BD6E18-F5C7-D63D-BC7D-50D0C3BF9787}"/>
              </a:ext>
            </a:extLst>
          </p:cNvPr>
          <p:cNvSpPr>
            <a:spLocks noGrp="1"/>
          </p:cNvSpPr>
          <p:nvPr>
            <p:ph type="ftr" sz="quarter" idx="11"/>
          </p:nvPr>
        </p:nvSpPr>
        <p:spPr/>
        <p:txBody>
          <a:bodyPr/>
          <a:lstStyle/>
          <a:p>
            <a:r>
              <a:rPr lang="en-US" altLang="zh-CN"/>
              <a:t>WAB Analysis</a:t>
            </a:r>
            <a:endParaRPr lang="zh-CN" altLang="en-US"/>
          </a:p>
        </p:txBody>
      </p:sp>
      <p:sp>
        <p:nvSpPr>
          <p:cNvPr id="5" name="Slide Number Placeholder 4">
            <a:extLst>
              <a:ext uri="{FF2B5EF4-FFF2-40B4-BE49-F238E27FC236}">
                <a16:creationId xmlns:a16="http://schemas.microsoft.com/office/drawing/2014/main" id="{6863C2E9-B218-A9AD-B25D-A83C849B293D}"/>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1014053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327396-3857-FBC6-8612-983EC4014410}"/>
              </a:ext>
            </a:extLst>
          </p:cNvPr>
          <p:cNvSpPr>
            <a:spLocks noGrp="1"/>
          </p:cNvSpPr>
          <p:nvPr>
            <p:ph type="dt" sz="half" idx="10"/>
          </p:nvPr>
        </p:nvSpPr>
        <p:spPr/>
        <p:txBody>
          <a:bodyPr/>
          <a:lstStyle/>
          <a:p>
            <a:r>
              <a:rPr lang="en-US" altLang="zh-CN"/>
              <a:t>Billy Wang @ UCSB</a:t>
            </a:r>
            <a:endParaRPr lang="zh-CN" altLang="en-US"/>
          </a:p>
        </p:txBody>
      </p:sp>
      <p:sp>
        <p:nvSpPr>
          <p:cNvPr id="3" name="Footer Placeholder 2">
            <a:extLst>
              <a:ext uri="{FF2B5EF4-FFF2-40B4-BE49-F238E27FC236}">
                <a16:creationId xmlns:a16="http://schemas.microsoft.com/office/drawing/2014/main" id="{21E3053D-31F1-B048-DE19-B65036D12FC0}"/>
              </a:ext>
            </a:extLst>
          </p:cNvPr>
          <p:cNvSpPr>
            <a:spLocks noGrp="1"/>
          </p:cNvSpPr>
          <p:nvPr>
            <p:ph type="ftr" sz="quarter" idx="11"/>
          </p:nvPr>
        </p:nvSpPr>
        <p:spPr/>
        <p:txBody>
          <a:bodyPr/>
          <a:lstStyle/>
          <a:p>
            <a:r>
              <a:rPr lang="en-US" altLang="zh-CN"/>
              <a:t>WAB Analysis</a:t>
            </a:r>
            <a:endParaRPr lang="zh-CN" altLang="en-US"/>
          </a:p>
        </p:txBody>
      </p:sp>
      <p:sp>
        <p:nvSpPr>
          <p:cNvPr id="4" name="Slide Number Placeholder 3">
            <a:extLst>
              <a:ext uri="{FF2B5EF4-FFF2-40B4-BE49-F238E27FC236}">
                <a16:creationId xmlns:a16="http://schemas.microsoft.com/office/drawing/2014/main" id="{8BBC05EA-B4DA-1449-C441-5D0877E5B77D}"/>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547946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499A-5E5E-9DA9-88CF-804D42CD51A7}"/>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9582B3F7-81E9-ABAF-F6F2-F6E6A36D26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715835F4-30CA-E6E8-3DF6-F4CB741DE6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3F15085E-DDD7-7DB7-16D5-FBE649F36E04}"/>
              </a:ext>
            </a:extLst>
          </p:cNvPr>
          <p:cNvSpPr>
            <a:spLocks noGrp="1"/>
          </p:cNvSpPr>
          <p:nvPr>
            <p:ph type="dt" sz="half" idx="10"/>
          </p:nvPr>
        </p:nvSpPr>
        <p:spPr/>
        <p:txBody>
          <a:bodyPr/>
          <a:lstStyle/>
          <a:p>
            <a:r>
              <a:rPr lang="en-US" altLang="zh-CN"/>
              <a:t>Billy Wang @ UCSB</a:t>
            </a:r>
            <a:endParaRPr lang="zh-CN" altLang="en-US"/>
          </a:p>
        </p:txBody>
      </p:sp>
      <p:sp>
        <p:nvSpPr>
          <p:cNvPr id="6" name="Footer Placeholder 5">
            <a:extLst>
              <a:ext uri="{FF2B5EF4-FFF2-40B4-BE49-F238E27FC236}">
                <a16:creationId xmlns:a16="http://schemas.microsoft.com/office/drawing/2014/main" id="{4FAA0CB6-D91C-8A94-D3D7-AC5816C90867}"/>
              </a:ext>
            </a:extLst>
          </p:cNvPr>
          <p:cNvSpPr>
            <a:spLocks noGrp="1"/>
          </p:cNvSpPr>
          <p:nvPr>
            <p:ph type="ftr" sz="quarter" idx="11"/>
          </p:nvPr>
        </p:nvSpPr>
        <p:spPr/>
        <p:txBody>
          <a:bodyPr/>
          <a:lstStyle/>
          <a:p>
            <a:r>
              <a:rPr lang="en-US" altLang="zh-CN"/>
              <a:t>WAB Analysis</a:t>
            </a:r>
            <a:endParaRPr lang="zh-CN" altLang="en-US"/>
          </a:p>
        </p:txBody>
      </p:sp>
      <p:sp>
        <p:nvSpPr>
          <p:cNvPr id="7" name="Slide Number Placeholder 6">
            <a:extLst>
              <a:ext uri="{FF2B5EF4-FFF2-40B4-BE49-F238E27FC236}">
                <a16:creationId xmlns:a16="http://schemas.microsoft.com/office/drawing/2014/main" id="{BAFDFD9F-9B37-1422-1F4C-ECBBD8CB946D}"/>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1880241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E4645-AB0D-E106-8E6F-27164825986A}"/>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CE044FAB-C765-CC61-1683-40AEAC0803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7041332E-FEFB-A224-CFE5-24CB7514A0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67BEB050-1B48-CBFF-105D-E71702482A96}"/>
              </a:ext>
            </a:extLst>
          </p:cNvPr>
          <p:cNvSpPr>
            <a:spLocks noGrp="1"/>
          </p:cNvSpPr>
          <p:nvPr>
            <p:ph type="dt" sz="half" idx="10"/>
          </p:nvPr>
        </p:nvSpPr>
        <p:spPr/>
        <p:txBody>
          <a:bodyPr/>
          <a:lstStyle/>
          <a:p>
            <a:r>
              <a:rPr lang="en-US" altLang="zh-CN"/>
              <a:t>Billy Wang @ UCSB</a:t>
            </a:r>
            <a:endParaRPr lang="zh-CN" altLang="en-US"/>
          </a:p>
        </p:txBody>
      </p:sp>
      <p:sp>
        <p:nvSpPr>
          <p:cNvPr id="6" name="Footer Placeholder 5">
            <a:extLst>
              <a:ext uri="{FF2B5EF4-FFF2-40B4-BE49-F238E27FC236}">
                <a16:creationId xmlns:a16="http://schemas.microsoft.com/office/drawing/2014/main" id="{CB15C66B-B1B8-EBE2-87A4-5FAD8FDC16D9}"/>
              </a:ext>
            </a:extLst>
          </p:cNvPr>
          <p:cNvSpPr>
            <a:spLocks noGrp="1"/>
          </p:cNvSpPr>
          <p:nvPr>
            <p:ph type="ftr" sz="quarter" idx="11"/>
          </p:nvPr>
        </p:nvSpPr>
        <p:spPr/>
        <p:txBody>
          <a:bodyPr/>
          <a:lstStyle/>
          <a:p>
            <a:r>
              <a:rPr lang="en-US" altLang="zh-CN"/>
              <a:t>WAB Analysis</a:t>
            </a:r>
            <a:endParaRPr lang="zh-CN" altLang="en-US"/>
          </a:p>
        </p:txBody>
      </p:sp>
      <p:sp>
        <p:nvSpPr>
          <p:cNvPr id="7" name="Slide Number Placeholder 6">
            <a:extLst>
              <a:ext uri="{FF2B5EF4-FFF2-40B4-BE49-F238E27FC236}">
                <a16:creationId xmlns:a16="http://schemas.microsoft.com/office/drawing/2014/main" id="{6A6DF811-E5F6-F506-CDF9-87E712B06037}"/>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2495239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65E5-A04E-1718-4C85-FF5AAFBCE76F}"/>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ED7A31F4-739A-5F7F-68FD-F7010AFE8250}"/>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FFBFC990-A2EB-17DA-FE26-563A41068EC4}"/>
              </a:ext>
            </a:extLst>
          </p:cNvPr>
          <p:cNvSpPr>
            <a:spLocks noGrp="1"/>
          </p:cNvSpPr>
          <p:nvPr>
            <p:ph type="dt" sz="half" idx="10"/>
          </p:nvPr>
        </p:nvSpPr>
        <p:spPr/>
        <p:txBody>
          <a:bodyPr/>
          <a:lstStyle/>
          <a:p>
            <a:r>
              <a:rPr lang="en-US" altLang="zh-CN"/>
              <a:t>Billy Wang @ UCSB</a:t>
            </a:r>
            <a:endParaRPr lang="zh-CN" altLang="en-US"/>
          </a:p>
        </p:txBody>
      </p:sp>
      <p:sp>
        <p:nvSpPr>
          <p:cNvPr id="5" name="Footer Placeholder 4">
            <a:extLst>
              <a:ext uri="{FF2B5EF4-FFF2-40B4-BE49-F238E27FC236}">
                <a16:creationId xmlns:a16="http://schemas.microsoft.com/office/drawing/2014/main" id="{2FCDCBE5-F983-7575-86BF-9630F6F6A06E}"/>
              </a:ext>
            </a:extLst>
          </p:cNvPr>
          <p:cNvSpPr>
            <a:spLocks noGrp="1"/>
          </p:cNvSpPr>
          <p:nvPr>
            <p:ph type="ftr" sz="quarter" idx="11"/>
          </p:nvPr>
        </p:nvSpPr>
        <p:spPr/>
        <p:txBody>
          <a:bodyPr/>
          <a:lstStyle/>
          <a:p>
            <a:r>
              <a:rPr lang="en-US" altLang="zh-CN"/>
              <a:t>WAB Analysis</a:t>
            </a:r>
            <a:endParaRPr lang="zh-CN" altLang="en-US"/>
          </a:p>
        </p:txBody>
      </p:sp>
      <p:sp>
        <p:nvSpPr>
          <p:cNvPr id="6" name="Slide Number Placeholder 5">
            <a:extLst>
              <a:ext uri="{FF2B5EF4-FFF2-40B4-BE49-F238E27FC236}">
                <a16:creationId xmlns:a16="http://schemas.microsoft.com/office/drawing/2014/main" id="{84BD704B-6B51-FE5E-3924-B7D075311384}"/>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3940624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DB7202-2E98-F272-A391-6202906C6D41}"/>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C4350FDB-1548-A762-3665-5EF227F5BC8F}"/>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B0BD2E80-F311-DC6D-744E-B22AA6767FC7}"/>
              </a:ext>
            </a:extLst>
          </p:cNvPr>
          <p:cNvSpPr>
            <a:spLocks noGrp="1"/>
          </p:cNvSpPr>
          <p:nvPr>
            <p:ph type="dt" sz="half" idx="10"/>
          </p:nvPr>
        </p:nvSpPr>
        <p:spPr/>
        <p:txBody>
          <a:bodyPr/>
          <a:lstStyle/>
          <a:p>
            <a:r>
              <a:rPr lang="en-US" altLang="zh-CN"/>
              <a:t>Billy Wang @ UCSB</a:t>
            </a:r>
            <a:endParaRPr lang="zh-CN" altLang="en-US"/>
          </a:p>
        </p:txBody>
      </p:sp>
      <p:sp>
        <p:nvSpPr>
          <p:cNvPr id="5" name="Footer Placeholder 4">
            <a:extLst>
              <a:ext uri="{FF2B5EF4-FFF2-40B4-BE49-F238E27FC236}">
                <a16:creationId xmlns:a16="http://schemas.microsoft.com/office/drawing/2014/main" id="{AE486311-1C14-1270-8150-9F8C9E0F0D7A}"/>
              </a:ext>
            </a:extLst>
          </p:cNvPr>
          <p:cNvSpPr>
            <a:spLocks noGrp="1"/>
          </p:cNvSpPr>
          <p:nvPr>
            <p:ph type="ftr" sz="quarter" idx="11"/>
          </p:nvPr>
        </p:nvSpPr>
        <p:spPr/>
        <p:txBody>
          <a:bodyPr/>
          <a:lstStyle/>
          <a:p>
            <a:r>
              <a:rPr lang="en-US" altLang="zh-CN"/>
              <a:t>WAB Analysis</a:t>
            </a:r>
            <a:endParaRPr lang="zh-CN" altLang="en-US"/>
          </a:p>
        </p:txBody>
      </p:sp>
      <p:sp>
        <p:nvSpPr>
          <p:cNvPr id="6" name="Slide Number Placeholder 5">
            <a:extLst>
              <a:ext uri="{FF2B5EF4-FFF2-40B4-BE49-F238E27FC236}">
                <a16:creationId xmlns:a16="http://schemas.microsoft.com/office/drawing/2014/main" id="{F4563F40-BA35-402C-E31B-0964CADC2E0E}"/>
              </a:ext>
            </a:extLst>
          </p:cNvPr>
          <p:cNvSpPr>
            <a:spLocks noGrp="1"/>
          </p:cNvSpPr>
          <p:nvPr>
            <p:ph type="sldNum" sz="quarter" idx="12"/>
          </p:nvPr>
        </p:nvSpPr>
        <p:spPr/>
        <p:txBody>
          <a:body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281653832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4B437-92AE-A7B6-0CB3-701E06E6EA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93DD2FE5-972E-D7DB-C8AC-3CA357B4E8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5649F497-10A9-E5B8-214C-5E8218A80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CN"/>
              <a:t>Billy Wang @ Caltech</a:t>
            </a:r>
            <a:endParaRPr lang="zh-CN" altLang="en-US"/>
          </a:p>
        </p:txBody>
      </p:sp>
      <p:sp>
        <p:nvSpPr>
          <p:cNvPr id="5" name="Footer Placeholder 4">
            <a:extLst>
              <a:ext uri="{FF2B5EF4-FFF2-40B4-BE49-F238E27FC236}">
                <a16:creationId xmlns:a16="http://schemas.microsoft.com/office/drawing/2014/main" id="{829AE483-7D0B-6428-EBCB-BFE44AEFE7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dirty="0"/>
              <a:t>ND Prototypes analysis meeting</a:t>
            </a:r>
          </a:p>
        </p:txBody>
      </p:sp>
      <p:sp>
        <p:nvSpPr>
          <p:cNvPr id="6" name="Slide Number Placeholder 5">
            <a:extLst>
              <a:ext uri="{FF2B5EF4-FFF2-40B4-BE49-F238E27FC236}">
                <a16:creationId xmlns:a16="http://schemas.microsoft.com/office/drawing/2014/main" id="{66D185E1-E47B-4669-3887-C8F4125815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2C3027-C620-4F40-9962-7E0A08304D52}" type="slidenum">
              <a:rPr lang="zh-CN" altLang="en-US" smtClean="0"/>
              <a:t>‹#›</a:t>
            </a:fld>
            <a:endParaRPr lang="zh-CN" altLang="en-US"/>
          </a:p>
        </p:txBody>
      </p:sp>
    </p:spTree>
    <p:extLst>
      <p:ext uri="{BB962C8B-B14F-4D97-AF65-F5344CB8AC3E}">
        <p14:creationId xmlns:p14="http://schemas.microsoft.com/office/powerpoint/2010/main" val="144587519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3FC14-4975-7871-C361-D5D77ACE25EA}"/>
              </a:ext>
            </a:extLst>
          </p:cNvPr>
          <p:cNvSpPr>
            <a:spLocks noGrp="1"/>
          </p:cNvSpPr>
          <p:nvPr>
            <p:ph type="ctrTitle"/>
          </p:nvPr>
        </p:nvSpPr>
        <p:spPr>
          <a:xfrm>
            <a:off x="892370" y="1593248"/>
            <a:ext cx="7486650" cy="2387600"/>
          </a:xfrm>
        </p:spPr>
        <p:txBody>
          <a:bodyPr>
            <a:normAutofit/>
          </a:bodyPr>
          <a:lstStyle/>
          <a:p>
            <a:r>
              <a:t>Interaction Level Charge Light Matching</a:t>
            </a:r>
          </a:p>
          <a:p>
            <a:r>
              <a:t>v0.2 placement, the overflow alarm, and where we stand</a:t>
            </a:r>
          </a:p>
        </p:txBody>
      </p:sp>
      <p:sp>
        <p:nvSpPr>
          <p:cNvPr id="3" name="Subtitle 2">
            <a:extLst>
              <a:ext uri="{FF2B5EF4-FFF2-40B4-BE49-F238E27FC236}">
                <a16:creationId xmlns:a16="http://schemas.microsoft.com/office/drawing/2014/main" id="{1EBC0536-8AC4-C4BB-B8C5-7E5E1CAC1F71}"/>
              </a:ext>
            </a:extLst>
          </p:cNvPr>
          <p:cNvSpPr>
            <a:spLocks noGrp="1"/>
          </p:cNvSpPr>
          <p:nvPr>
            <p:ph type="subTitle" idx="1"/>
          </p:nvPr>
        </p:nvSpPr>
        <p:spPr>
          <a:xfrm>
            <a:off x="892369" y="4354747"/>
            <a:ext cx="6883099" cy="2027642"/>
          </a:xfrm>
        </p:spPr>
        <p:txBody>
          <a:bodyPr>
            <a:normAutofit/>
          </a:bodyPr>
          <a:lstStyle/>
          <a:p>
            <a:r>
              <a:t>Yuxuan Wang (Billy)</a:t>
            </a:r>
          </a:p>
          <a:p>
            <a:r>
              <a:t>PI: Ryan Patterson</a:t>
            </a:r>
          </a:p>
          <a:p>
            <a:r>
              <a:t>ND Prototypes analysis meeting</a:t>
            </a:r>
          </a:p>
        </p:txBody>
      </p:sp>
      <p:pic>
        <p:nvPicPr>
          <p:cNvPr id="6" name="Picture 5" descr="A blue and orange logo&#10;&#10;Description automatically generated">
            <a:extLst>
              <a:ext uri="{FF2B5EF4-FFF2-40B4-BE49-F238E27FC236}">
                <a16:creationId xmlns:a16="http://schemas.microsoft.com/office/drawing/2014/main" id="{B0B9636C-B641-73D6-F86B-768B0F2035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57911" y="4622954"/>
            <a:ext cx="2482771" cy="1008627"/>
          </a:xfrm>
          <a:prstGeom prst="rect">
            <a:avLst/>
          </a:prstGeom>
        </p:spPr>
      </p:pic>
      <p:pic>
        <p:nvPicPr>
          <p:cNvPr id="1026" name="Picture 2" descr="Caltech - IEG Global Association">
            <a:extLst>
              <a:ext uri="{FF2B5EF4-FFF2-40B4-BE49-F238E27FC236}">
                <a16:creationId xmlns:a16="http://schemas.microsoft.com/office/drawing/2014/main" id="{201607A8-C74C-6CE3-5259-4747723385C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20563" y="2223380"/>
            <a:ext cx="1757468" cy="1757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694168"/>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Quick recap: what charge-light matching does</a:t>
            </a:r>
          </a:p>
          <a:p>
            <a:pPr/>
            <a:r>
              <a:t>How the main placement unfolds (step by step)</a:t>
            </a:r>
          </a:p>
          <a:p>
            <a:pPr/>
            <a:r>
              <a:t>The overflow alarm and the saving moves</a:t>
            </a:r>
          </a:p>
          <a:p>
            <a:pPr/>
            <a:r>
              <a:t>Policing the later stages</a:t>
            </a:r>
          </a:p>
          <a:p>
            <a:pPr/>
            <a:r>
              <a:t>Performance: 95.1% -&gt; 97.25%</a:t>
            </a:r>
          </a:p>
          <a:p>
            <a:pPr/>
            <a:r>
              <a:t>Where we still fail -&gt; showers get their own algorithm next</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Outline</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4480560" cy="4471416"/>
          </a:xfrm>
        </p:spPr>
        <p:txBody>
          <a:bodyPr/>
          <a:lstStyle/>
          <a:p>
            <a:pPr/>
            <a:r>
              <a:t>Each charge cluster gets an ML-predicted light image (what it would shine on each channel)</a:t>
            </a:r>
          </a:p>
          <a:p>
            <a:pPr/>
            <a:r>
              <a:t>Placement = slide that image in time so the sum over all clusters matches the recorded light</a:t>
            </a:r>
          </a:p>
          <a:p>
            <a:pPr lvl="1"/>
            <a:r>
              <a:t>Poisson-weighted chi2, prediction clipped at ADC saturation</a:t>
            </a:r>
          </a:p>
          <a:p>
            <a:pPr/>
            <a:r>
              <a:t>A hit counts as correct if |reco t0 - true t0| &lt;= 10 ticks</a:t>
            </a:r>
          </a:p>
          <a:p>
            <a:pPr/>
            <a:r>
              <a:t>Test set: 39 MiniProdN5p1 events, ~2 TeV of hits</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Recap: every cluster needs a flash time</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ex0_type1_light_charge.png"/>
          <p:cNvPicPr>
            <a:picLocks noChangeAspect="1"/>
          </p:cNvPicPr>
          <p:nvPr/>
        </p:nvPicPr>
        <p:blipFill>
          <a:blip r:embed="rId2"/>
          <a:stretch>
            <a:fillRect/>
          </a:stretch>
        </p:blipFill>
        <p:spPr>
          <a:xfrm>
            <a:off x="5212080" y="1691640"/>
            <a:ext cx="2883843" cy="4480560"/>
          </a:xfrm>
          <a:prstGeom prst="rect">
            <a:avLst/>
          </a:prstGeom>
        </p:spPr>
      </p:pic>
      <p:sp>
        <p:nvSpPr>
          <p:cNvPr id="8" name="TextBox 7"/>
          <p:cNvSpPr txBox="1"/>
          <p:nvPr/>
        </p:nvSpPr>
        <p:spPr>
          <a:xfrm>
            <a:off x="5212080" y="6245352"/>
            <a:ext cx="6400800" cy="274320"/>
          </a:xfrm>
          <a:prstGeom prst="rect">
            <a:avLst/>
          </a:prstGeom>
          <a:noFill/>
        </p:spPr>
        <p:txBody>
          <a:bodyPr wrap="none">
            <a:spAutoFit/>
          </a:bodyPr>
          <a:lstStyle/>
          <a:p>
            <a:r>
              <a:rPr sz="1000"/>
              <a:t>One TPC: recorded light (blue), summed model light (orange), charge in between.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Showers are placed first, as before</a:t>
            </a:r>
          </a:p>
          <a:p>
            <a:pPr/>
            <a:r>
              <a:t>Then tracks that cross 3 or more TPCs</a:t>
            </a:r>
          </a:p>
          <a:p>
            <a:pPr lvl="1"/>
            <a:r>
              <a:t>they light up several walls at once -&gt; basically only one time fits them</a:t>
            </a:r>
          </a:p>
          <a:p>
            <a:pPr/>
            <a:r>
              <a:t>What is left: clusters living in 1-2 TPCs, &gt;= 50 MeV</a:t>
            </a:r>
          </a:p>
          <a:p>
            <a:pPr lvl="1"/>
            <a:r>
              <a:t>these are the ones that can be confused with each other -&gt; the 'pool'</a:t>
            </a:r>
          </a:p>
          <a:p>
            <a:pPr/>
            <a:r>
              <a:t>Old v0.1 placed everything in an arbitrary order -&gt; an early mistake poisons everything after it</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How the placement unfolds (1): the easy ones go first</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Take the most energetic cluster still in the pool (energy E1)</a:t>
            </a:r>
          </a:p>
          <a:p>
            <a:pPr/>
            <a:r>
              <a:t>Gather the other pool clusters that</a:t>
            </a:r>
          </a:p>
          <a:p>
            <a:pPr lvl="1"/>
            <a:r>
              <a:t>share a TPC with it, and</a:t>
            </a:r>
          </a:p>
          <a:p>
            <a:pPr lvl="1"/>
            <a:r>
              <a:t>are almost as energetic (E &gt; (1-s) * E1, s = 0.6 works best)</a:t>
            </a:r>
          </a:p>
          <a:p>
            <a:pPr/>
            <a:r>
              <a:t>That is the batch: the clusters that could realistically be mixed up with each other</a:t>
            </a:r>
          </a:p>
          <a:p>
            <a:pPr/>
            <a:r>
              <a:t>Cap the batch at 5 members</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How the placement unfolds (2): gather the rivals</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Place the batch one at a time; each cluster lands where it fits best, given everything already placed</a:t>
            </a:r>
          </a:p>
          <a:p>
            <a:pPr/>
            <a:r>
              <a:t>Different orders end up in different arrangements</a:t>
            </a:r>
          </a:p>
          <a:p>
            <a:pPr lvl="1"/>
            <a:r>
              <a:t>whoever goes first gets the best flash</a:t>
            </a:r>
          </a:p>
          <a:p>
            <a:pPr/>
            <a:r>
              <a:t>So: just try ALL the orders (5 clusters -&gt; 120 tries)</a:t>
            </a:r>
          </a:p>
          <a:p>
            <a:pPr/>
            <a:r>
              <a:t>Keep the arrangement that explains the recorded light best</a:t>
            </a:r>
          </a:p>
          <a:p>
            <a:pPr/>
            <a:r>
              <a:t>Cheap: a few seconds per event (FFT scan + shared work between orders)</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How the placement unfolds (3): try every order</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From the winning order, trust every placement except the LAST one placed</a:t>
            </a:r>
          </a:p>
          <a:p>
            <a:pPr lvl="1"/>
            <a:r>
              <a:t>it had the fewest options left -&gt; least reliable</a:t>
            </a:r>
          </a:p>
          <a:p>
            <a:pPr/>
            <a:r>
              <a:t>The last one goes back into the pool and competes again in the next round</a:t>
            </a:r>
          </a:p>
          <a:p>
            <a:pPr/>
            <a:r>
              <a:t>Repeat: new most-energetic cluster, new batch, ... until the pool is empty</a:t>
            </a:r>
          </a:p>
          <a:p>
            <a:pPr/>
            <a:r>
              <a:t>Then two cheap clean-up passes:</a:t>
            </a:r>
          </a:p>
          <a:p>
            <a:pPr lvl="1"/>
            <a:r>
              <a:t>swap: two placed clusters exchange times if that fits better</a:t>
            </a:r>
          </a:p>
          <a:p>
            <a:pPr lvl="1"/>
            <a:r>
              <a:t>rescan: suspicious ones get one more look against the finished picture</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How the placement unfolds (4): keep most, hold one back</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The chi2 alone can be fooled: the ML amplitude is ~20-30% off on bright walls</a:t>
            </a:r>
          </a:p>
          <a:p>
            <a:pPr/>
            <a:r>
              <a:t>But the SHAPE across channels is reliable</a:t>
            </a:r>
          </a:p>
          <a:p>
            <a:pPr/>
            <a:r>
              <a:t>At each candidate time, compare the cluster's channel pattern with the pattern of still-unexplained light</a:t>
            </a:r>
          </a:p>
          <a:p>
            <a:pPr lvl="1"/>
            <a:r>
              <a:t>cosine similarity; used as a soft penalty: loss x (1 + (1 - cos))</a:t>
            </a:r>
          </a:p>
          <a:p>
            <a:pPr/>
            <a:r>
              <a:t>Note: a hard cosine cut makes things worse - penalise, never forbid</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One more ingredient in every scan: does the leftover light look like me?</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4846320" cy="4471416"/>
          </a:xfrm>
        </p:spPr>
        <p:txBody>
          <a:bodyPr/>
          <a:lstStyle/>
          <a:p>
            <a:pPr/>
            <a:r>
              <a:t>Light only adds up -&gt; predicted &gt; recorded is physically impossible</a:t>
            </a:r>
          </a:p>
          <a:p>
            <a:pPr/>
            <a:r>
              <a:t>z = (pred - actual) / sqrt(200 x actual)   (200 ADC ~ 1 photon)</a:t>
            </a:r>
          </a:p>
          <a:p>
            <a:pPr/>
            <a:r>
              <a:t>Alarm: &gt;= 3 channels with excess &gt;= 500 ADC and z &gt; 2,</a:t>
            </a:r>
          </a:p>
          <a:p>
            <a:pPr/>
            <a:r>
              <a:t>or the leftover light doesn't look like the cluster (cos &lt; 0.75)</a:t>
            </a:r>
          </a:p>
          <a:p>
            <a:pPr/>
            <a:r>
              <a:t>Catches ~half of wrong placements; false alarms only cost a re-check</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The overflow alarm: you cannot claim more light than there is</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trigger_example.png"/>
          <p:cNvPicPr>
            <a:picLocks noChangeAspect="1"/>
          </p:cNvPicPr>
          <p:nvPr/>
        </p:nvPicPr>
        <p:blipFill>
          <a:blip r:embed="rId2"/>
          <a:stretch>
            <a:fillRect/>
          </a:stretch>
        </p:blipFill>
        <p:spPr>
          <a:xfrm>
            <a:off x="5669280" y="1691640"/>
            <a:ext cx="5403272" cy="4572000"/>
          </a:xfrm>
          <a:prstGeom prst="rect">
            <a:avLst/>
          </a:prstGeom>
        </p:spPr>
      </p:pic>
      <p:sp>
        <p:nvSpPr>
          <p:cNvPr id="8" name="TextBox 7"/>
          <p:cNvSpPr txBox="1"/>
          <p:nvPr/>
        </p:nvSpPr>
        <p:spPr>
          <a:xfrm>
            <a:off x="5669280" y="6336792"/>
            <a:ext cx="5943600" cy="274320"/>
          </a:xfrm>
          <a:prstGeom prst="rect">
            <a:avLst/>
          </a:prstGeom>
          <a:noFill/>
        </p:spPr>
        <p:txBody>
          <a:bodyPr wrap="none">
            <a:spAutoFit/>
          </a:bodyPr>
          <a:lstStyle/>
          <a:p>
            <a:r>
              <a:rPr sz="1000"/>
              <a:t>A wrongly placed track: model (purple+gray) overshoots the recorded light (black) on many channels at once.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4471416"/>
          </a:xfrm>
        </p:spPr>
        <p:txBody>
          <a:bodyPr/>
          <a:lstStyle/>
          <a:p>
            <a:pPr/>
            <a:r>
              <a:t>Several clusters share the flagged time slot -&gt;</a:t>
            </a:r>
          </a:p>
          <a:p>
            <a:pPr lvl="1"/>
            <a:r>
              <a:t>keep one at the slot, let the others re-place, try every order (like the main loop)</a:t>
            </a:r>
          </a:p>
          <a:p>
            <a:pPr/>
            <a:r>
              <a:t>Everybody insists on staying -&gt;</a:t>
            </a:r>
          </a:p>
          <a:p>
            <a:pPr lvl="1"/>
            <a:r>
              <a:t>maybe two TPC pieces were wrongly stitched into one cluster:</a:t>
            </a:r>
          </a:p>
          <a:p>
            <a:pPr lvl="1"/>
            <a:r>
              <a:t>cut off the piece that wants to leave, give it a NEW cluster id, re-associate it downstream</a:t>
            </a:r>
          </a:p>
          <a:p>
            <a:pPr/>
            <a:r>
              <a:t>The flagged cluster is alone -&gt;</a:t>
            </a:r>
          </a:p>
          <a:p>
            <a:pPr lvl="1"/>
            <a:r>
              <a:t>the flash it claims may not exist at all: rescan the full time range, or detach a piece</a:t>
            </a:r>
          </a:p>
          <a:p>
            <a:pPr/>
            <a:r>
              <a:t>Every move is adopted only if the total light model actually improves</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When the alarm rings: three saving moves</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4846320" cy="4471416"/>
          </a:xfrm>
        </p:spPr>
        <p:txBody>
          <a:bodyPr/>
          <a:lstStyle/>
          <a:p>
            <a:pPr/>
            <a:r>
              <a:t>The later stages (large-cluster association, light rescue) used to place and move things unchecked</a:t>
            </a:r>
          </a:p>
          <a:p>
            <a:pPr/>
            <a:r>
              <a:t>Now every new placement or move is probed on the spot</a:t>
            </a:r>
          </a:p>
          <a:p>
            <a:pPr/>
            <a:r>
              <a:t>Alarm rings -&gt; pick the best of: keep / undo the move / rescan</a:t>
            </a:r>
          </a:p>
          <a:p>
            <a:pPr lvl="1"/>
            <a:r>
              <a:t>the fresh rescan won every single time over undoing</a:t>
            </a:r>
          </a:p>
          <a:p>
            <a:pPr/>
            <a:r>
              <a:t>Least-constrained cohort: 92.5% -&gt; 94.0%</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Policing the later stages: no overflow at the moment of placement</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vfail3_channels.png"/>
          <p:cNvPicPr>
            <a:picLocks noChangeAspect="1"/>
          </p:cNvPicPr>
          <p:nvPr/>
        </p:nvPicPr>
        <p:blipFill>
          <a:blip r:embed="rId2"/>
          <a:stretch>
            <a:fillRect/>
          </a:stretch>
        </p:blipFill>
        <p:spPr>
          <a:xfrm>
            <a:off x="5669280" y="1691640"/>
            <a:ext cx="5403272" cy="4572000"/>
          </a:xfrm>
          <a:prstGeom prst="rect">
            <a:avLst/>
          </a:prstGeom>
        </p:spPr>
      </p:pic>
      <p:sp>
        <p:nvSpPr>
          <p:cNvPr id="8" name="TextBox 7"/>
          <p:cNvSpPr txBox="1"/>
          <p:nvPr/>
        </p:nvSpPr>
        <p:spPr>
          <a:xfrm>
            <a:off x="5669280" y="6336792"/>
            <a:ext cx="5943600" cy="274320"/>
          </a:xfrm>
          <a:prstGeom prst="rect">
            <a:avLst/>
          </a:prstGeom>
          <a:noFill/>
        </p:spPr>
        <p:txBody>
          <a:bodyPr wrap="none">
            <a:spAutoFit/>
          </a:bodyPr>
          <a:lstStyle/>
          <a:p>
            <a:r>
              <a:rPr sz="1000"/>
              <a:t>The motivating case: a late-stage move planted an 80k pulse on a 32k flash - 10 sigma overflow everywhere. Now caught immediately.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914400"/>
          </a:xfrm>
        </p:spPr>
        <p:txBody>
          <a:bodyPr/>
          <a:lstStyle/>
          <a:p>
            <a:pPr/>
            <a:r>
              <a:t>Saturated channels (clipped &gt; 4 ticks) are vetoed from every scan and probe</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The whole chain at a glance</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pipeline_flow.png"/>
          <p:cNvPicPr>
            <a:picLocks noChangeAspect="1"/>
          </p:cNvPicPr>
          <p:nvPr/>
        </p:nvPicPr>
        <p:blipFill>
          <a:blip r:embed="rId2"/>
          <a:stretch>
            <a:fillRect/>
          </a:stretch>
        </p:blipFill>
        <p:spPr>
          <a:xfrm>
            <a:off x="882395" y="2651760"/>
            <a:ext cx="10424160" cy="303248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4389120" cy="4471416"/>
          </a:xfrm>
        </p:spPr>
        <p:txBody>
          <a:bodyPr/>
          <a:lstStyle/>
          <a:p>
            <a:pPr/>
            <a:r>
              <a:t>Every step stacks: ordering +1.0, refinements +0.3,</a:t>
            </a:r>
          </a:p>
          <a:p>
            <a:pPr/>
            <a:r>
              <a:t>saving moves +1.3 (backbone), police +0.24</a:t>
            </a:r>
          </a:p>
          <a:p>
            <a:pPr/>
            <a:r>
              <a:t>Clusters &gt;= 50 MeV: 97.4% correct at 100% coverage</a:t>
            </a:r>
          </a:p>
          <a:p>
            <a:pPr/>
            <a:r>
              <a:t>34 of 39 events improved end-to-end</a:t>
            </a:r>
          </a:p>
          <a:p>
            <a:pPr/>
            <a:r>
              <a:t>Note: numbers are energy-weighted, +-10 ticks</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Performance: 95.1% -&gt; 97.25%</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progression.png"/>
          <p:cNvPicPr>
            <a:picLocks noChangeAspect="1"/>
          </p:cNvPicPr>
          <p:nvPr/>
        </p:nvPicPr>
        <p:blipFill>
          <a:blip r:embed="rId2"/>
          <a:stretch>
            <a:fillRect/>
          </a:stretch>
        </p:blipFill>
        <p:spPr>
          <a:xfrm>
            <a:off x="5120640" y="1691640"/>
            <a:ext cx="6675120" cy="311505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Performance: a busy TPC done right</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ex4_type4_wrong3d.png"/>
          <p:cNvPicPr>
            <a:picLocks noChangeAspect="1"/>
          </p:cNvPicPr>
          <p:nvPr/>
        </p:nvPicPr>
        <p:blipFill>
          <a:blip r:embed="rId2"/>
          <a:stretch>
            <a:fillRect/>
          </a:stretch>
        </p:blipFill>
        <p:spPr>
          <a:xfrm>
            <a:off x="3076956" y="1691640"/>
            <a:ext cx="6035039" cy="4663440"/>
          </a:xfrm>
          <a:prstGeom prst="rect">
            <a:avLst/>
          </a:prstGeom>
        </p:spPr>
      </p:pic>
      <p:sp>
        <p:nvSpPr>
          <p:cNvPr id="8" name="TextBox 7"/>
          <p:cNvSpPr txBox="1"/>
          <p:nvPr/>
        </p:nvSpPr>
        <p:spPr>
          <a:xfrm>
            <a:off x="2286000" y="6428231"/>
            <a:ext cx="7772400" cy="274320"/>
          </a:xfrm>
          <a:prstGeom prst="rect">
            <a:avLst/>
          </a:prstGeom>
          <a:noFill/>
        </p:spPr>
        <p:txBody>
          <a:bodyPr wrap="none">
            <a:spAutoFit/>
          </a:bodyPr>
          <a:lstStyle/>
          <a:p>
            <a:r>
              <a:rPr sz="1000"/>
              <a:t>4.3 GeV of hits in one TPC after the full chain: red would mean wrong - there is no 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10753344" cy="822960"/>
          </a:xfrm>
        </p:spPr>
        <p:txBody>
          <a:bodyPr/>
          <a:lstStyle/>
          <a:p>
            <a:pPr/>
            <a:r>
              <a:t>Quiet TPCs (&lt; 300 MeV) are essentially perfect (99.7%); accuracy falls steadily with TPC activity</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Where the remaining 2.7% lives: only in busy TPCs</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tpc_energy_vs_wrong.png"/>
          <p:cNvPicPr>
            <a:picLocks noChangeAspect="1"/>
          </p:cNvPicPr>
          <p:nvPr/>
        </p:nvPicPr>
        <p:blipFill>
          <a:blip r:embed="rId2"/>
          <a:stretch>
            <a:fillRect/>
          </a:stretch>
        </p:blipFill>
        <p:spPr>
          <a:xfrm>
            <a:off x="790956" y="2514600"/>
            <a:ext cx="10607039" cy="3126285"/>
          </a:xfrm>
          <a:prstGeom prst="rect">
            <a:avLst/>
          </a:prstGeom>
        </p:spPr>
      </p:pic>
      <p:sp>
        <p:nvSpPr>
          <p:cNvPr id="8" name="TextBox 7"/>
          <p:cNvSpPr txBox="1"/>
          <p:nvPr/>
        </p:nvSpPr>
        <p:spPr>
          <a:xfrm>
            <a:off x="1097280" y="6263640"/>
            <a:ext cx="10058400" cy="274320"/>
          </a:xfrm>
          <a:prstGeom prst="rect">
            <a:avLst/>
          </a:prstGeom>
          <a:noFill/>
        </p:spPr>
        <p:txBody>
          <a:bodyPr wrap="none">
            <a:spAutoFit/>
          </a:bodyPr>
          <a:lstStyle/>
          <a:p>
            <a:r>
              <a:rPr sz="1000"/>
              <a:t>Left: wrong energy vs TPC activity (one point per event x TPC). Middle: accuracy vs activity. Right: mistake-TPCs are the busy tail.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a:extLst>
              <a:ext uri="{FF2B5EF4-FFF2-40B4-BE49-F238E27FC236}">
                <a16:creationId xmlns:a16="http://schemas.microsoft.com/office/drawing/2014/main" id="{2677EA42-23BF-6BD4-362A-18D91E3F5224}"/>
              </a:ext>
            </a:extLst>
          </p:cNvPr>
          <p:cNvSpPr>
            <a:spLocks noGrp="1"/>
          </p:cNvSpPr>
          <p:nvPr>
            <p:ph idx="1"/>
          </p:nvPr>
        </p:nvSpPr>
        <p:spPr>
          <a:xfrm>
            <a:off x="612648" y="1554480"/>
            <a:ext cx="5029200" cy="4471416"/>
          </a:xfrm>
        </p:spPr>
        <p:txBody>
          <a:bodyPr/>
          <a:lstStyle/>
          <a:p>
            <a:pPr/>
            <a:r>
              <a:t>Order + try-every-order + physics alarm + policing: 95.1% -&gt; 97.25%</a:t>
            </a:r>
          </a:p>
          <a:p>
            <a:pPr/>
            <a:r>
              <a:t>Quiet TPCs &gt; 99.4% - the algorithm can be trusted there as-is</a:t>
            </a:r>
          </a:p>
          <a:p>
            <a:pPr/>
            <a:r>
              <a:t>All remaining mistakes sit in shower-dominated / multi-GeV TPCs</a:t>
            </a:r>
          </a:p>
          <a:p>
            <a:pPr lvl="1"/>
            <a:r>
              <a:t>even 'clean straight track' failures live inside such TPCs</a:t>
            </a:r>
          </a:p>
          <a:p>
            <a:pPr/>
            <a:r>
              <a:t>Next: a dedicated path that RECOGNISES a shower-dominated TPC</a:t>
            </a:r>
          </a:p>
          <a:p>
            <a:pPr/>
            <a:r>
              <a:t>and hands it to a separate algorithm instead of the standard scan</a:t>
            </a:r>
          </a:p>
        </p:txBody>
      </p:sp>
      <p:sp>
        <p:nvSpPr>
          <p:cNvPr id="3" name="Title 2">
            <a:extLst>
              <a:ext uri="{FF2B5EF4-FFF2-40B4-BE49-F238E27FC236}">
                <a16:creationId xmlns:a16="http://schemas.microsoft.com/office/drawing/2014/main" id="{5C9ECBB7-4E3B-6476-6F87-D8B95D1AB654}"/>
              </a:ext>
            </a:extLst>
          </p:cNvPr>
          <p:cNvSpPr>
            <a:spLocks noGrp="1"/>
          </p:cNvSpPr>
          <p:nvPr>
            <p:ph type="title"/>
          </p:nvPr>
        </p:nvSpPr>
        <p:spPr/>
        <p:txBody>
          <a:bodyPr/>
          <a:lstStyle/>
          <a:p>
            <a:r>
              <a:t>Conclusion: showers are the last frontier</a:t>
            </a:r>
          </a:p>
        </p:txBody>
      </p:sp>
      <p:sp>
        <p:nvSpPr>
          <p:cNvPr id="4" name="Date Placeholder 3">
            <a:extLst>
              <a:ext uri="{FF2B5EF4-FFF2-40B4-BE49-F238E27FC236}">
                <a16:creationId xmlns:a16="http://schemas.microsoft.com/office/drawing/2014/main" id="{12A4768F-4279-BB4C-E21F-4EAB3464088B}"/>
              </a:ext>
            </a:extLst>
          </p:cNvPr>
          <p:cNvSpPr>
            <a:spLocks noGrp="1"/>
          </p:cNvSpPr>
          <p:nvPr>
            <p:ph type="dt" sz="half" idx="10"/>
          </p:nvPr>
        </p:nvSpPr>
        <p:spPr/>
        <p:txBody>
          <a:bodyPr/>
          <a:lstStyle/>
          <a:p>
            <a:r>
              <a:rPr lang="en-US" altLang="zh-CN"/>
              <a:t>Billy @ Caltech</a:t>
            </a:r>
            <a:endParaRPr lang="zh-CN" altLang="en-US"/>
          </a:p>
        </p:txBody>
      </p:sp>
      <p:sp>
        <p:nvSpPr>
          <p:cNvPr id="5" name="Footer Placeholder 4">
            <a:extLst>
              <a:ext uri="{FF2B5EF4-FFF2-40B4-BE49-F238E27FC236}">
                <a16:creationId xmlns:a16="http://schemas.microsoft.com/office/drawing/2014/main" id="{15AFCD5C-EAED-FDD1-957C-000A04F26005}"/>
              </a:ext>
            </a:extLst>
          </p:cNvPr>
          <p:cNvSpPr>
            <a:spLocks noGrp="1"/>
          </p:cNvSpPr>
          <p:nvPr>
            <p:ph type="ftr" sz="quarter" idx="11"/>
          </p:nvPr>
        </p:nvSpPr>
        <p:spPr/>
        <p:txBody>
          <a:bodyPr/>
          <a:lstStyle/>
          <a:p>
            <a:r>
              <a:t>ND Prototypes analysis meeting</a:t>
            </a:r>
          </a:p>
        </p:txBody>
      </p:sp>
      <p:sp>
        <p:nvSpPr>
          <p:cNvPr id="6" name="Slide Number Placeholder 5">
            <a:extLst>
              <a:ext uri="{FF2B5EF4-FFF2-40B4-BE49-F238E27FC236}">
                <a16:creationId xmlns:a16="http://schemas.microsoft.com/office/drawing/2014/main" id="{91CE67C6-FAB1-6C55-F187-638627B4D832}"/>
              </a:ext>
            </a:extLst>
          </p:cNvPr>
          <p:cNvSpPr>
            <a:spLocks noGrp="1"/>
          </p:cNvSpPr>
          <p:nvPr>
            <p:ph type="sldNum" sz="quarter" idx="12"/>
          </p:nvPr>
        </p:nvSpPr>
        <p:spPr/>
        <p:txBody>
          <a:bodyPr/>
          <a:lstStyle/>
          <a:p>
            <a:fld id="{624C0D53-A884-4A72-8D97-3E0EB43BD912}" type="datetime1">
              <a:rPr lang="zh-CN" altLang="en-US" smtClean="0"/>
              <a:pPr/>
              <a:t>2025/11/10</a:t>
            </a:fld>
            <a:r>
              <a:rPr lang="zh-CN" altLang="en-US"/>
              <a:t>   </a:t>
            </a:r>
            <a:fld id="{34356D37-98E8-4B99-8293-785204D09883}" type="slidenum">
              <a:rPr lang="zh-CN" altLang="en-US" smtClean="0"/>
              <a:pPr/>
              <a:t>3</a:t>
            </a:fld>
            <a:r>
              <a:rPr lang="zh-CN" altLang="en-US"/>
              <a:t> </a:t>
            </a:r>
          </a:p>
        </p:txBody>
      </p:sp>
      <p:pic>
        <p:nvPicPr>
          <p:cNvPr id="7" name="Picture 6" descr="ex0_type4_wrong3d.png"/>
          <p:cNvPicPr>
            <a:picLocks noChangeAspect="1"/>
          </p:cNvPicPr>
          <p:nvPr/>
        </p:nvPicPr>
        <p:blipFill>
          <a:blip r:embed="rId2"/>
          <a:stretch>
            <a:fillRect/>
          </a:stretch>
        </p:blipFill>
        <p:spPr>
          <a:xfrm>
            <a:off x="5852160" y="1691640"/>
            <a:ext cx="5798371" cy="4480560"/>
          </a:xfrm>
          <a:prstGeom prst="rect">
            <a:avLst/>
          </a:prstGeom>
        </p:spPr>
      </p:pic>
      <p:sp>
        <p:nvSpPr>
          <p:cNvPr id="8" name="TextBox 7"/>
          <p:cNvSpPr txBox="1"/>
          <p:nvPr/>
        </p:nvSpPr>
        <p:spPr>
          <a:xfrm>
            <a:off x="5852160" y="6245352"/>
            <a:ext cx="5760720" cy="274320"/>
          </a:xfrm>
          <a:prstGeom prst="rect">
            <a:avLst/>
          </a:prstGeom>
          <a:noFill/>
        </p:spPr>
        <p:txBody>
          <a:bodyPr wrap="none">
            <a:spAutoFit/>
          </a:bodyPr>
          <a:lstStyle/>
          <a:p>
            <a:r>
              <a:rPr sz="1000"/>
              <a:t>The target of the next algorithm: a 2.8 GeV TPC where dense activity misleads whole clusters (red = wrong).</a:t>
            </a:r>
          </a:p>
        </p:txBody>
      </p:sp>
    </p:spTree>
  </p:cSld>
  <p:clrMapOvr>
    <a:masterClrMapping/>
  </p:clrMapOvr>
</p:sld>
</file>

<file path=ppt/theme/theme1.xml><?xml version="1.0" encoding="utf-8"?>
<a:theme xmlns:a="http://schemas.openxmlformats.org/drawingml/2006/main" name="Office Theme">
  <a:themeElements>
    <a:clrScheme name="Custom 3">
      <a:dk1>
        <a:sysClr val="windowText" lastClr="000000"/>
      </a:dk1>
      <a:lt1>
        <a:srgbClr val="00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3">
    <a:dk1>
      <a:sysClr val="windowText" lastClr="000000"/>
    </a:dk1>
    <a:lt1>
      <a:srgbClr val="00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
  <TotalTime>8693</TotalTime>
  <Words>622</Words>
  <Application>Microsoft Office PowerPoint</Application>
  <PresentationFormat>Widescreen</PresentationFormat>
  <Paragraphs>64</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等线</vt:lpstr>
      <vt:lpstr>等线 Light</vt:lpstr>
      <vt:lpstr>Arial</vt:lpstr>
      <vt:lpstr>Times New Roman</vt:lpstr>
      <vt:lpstr>Wingdings</vt:lpstr>
      <vt:lpstr>Office Theme</vt:lpstr>
      <vt:lpstr>Interaction Level Charge Light Matching Neutron Hits &amp; On-data validations</vt:lpstr>
      <vt:lpstr>Sample selection for the ML </vt:lpstr>
      <vt:lpstr>Flash finding histogram </vt:lpstr>
      <vt:lpstr>New algorithm design (tentative):</vt:lpstr>
      <vt:lpstr>From 4 to 5 flash comparism</vt:lpstr>
      <vt:lpstr>From 4 to 5 flash is a big transition</vt:lpstr>
      <vt:lpstr>Issue on the 2x2 side</vt:lpstr>
      <vt:lpstr>Issue on the 2x2 side</vt:lpstr>
      <vt:lpstr>How to resolve this issue?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WAB and WAB-like Background Vetoing</dc:title>
  <dc:creator>Billy Wang</dc:creator>
  <cp:lastModifiedBy>Wang, Yuxuan (Billy)</cp:lastModifiedBy>
  <cp:revision>12</cp:revision>
  <dcterms:created xsi:type="dcterms:W3CDTF">2022-10-21T21:04:48Z</dcterms:created>
  <dcterms:modified xsi:type="dcterms:W3CDTF">2025-11-11T18:16:29Z</dcterms:modified>
</cp:coreProperties>
</file>