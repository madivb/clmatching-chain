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12"/>
  </p:notesMasterIdLst>
  <p:sldIdLst>
    <p:sldId id="256" r:id="rId2"/>
    <p:sldId id="258" r:id="rId11"/>
    <p:sldId id="259" r:id="rId10"/>
    <p:sldId id="260" r:id="rId9"/>
    <p:sldId id="261" r:id="rId8"/>
    <p:sldId id="262" r:id="rId7"/>
    <p:sldId id="263" r:id="rId6"/>
    <p:sldId id="264" r:id="rId5"/>
    <p:sldId id="265" r:id="rId3"/>
    <p:sldId id="266" r:id="rId19"/>
    <p:sldId id="267" r:id="rId20"/>
    <p:sldId id="268" r:id="rId21"/>
    <p:sldId id="269" r:id="rId22"/>
    <p:sldId id="270" r:id="rId23"/>
    <p:sldId id="271" r:id="rId24"/>
    <p:sldId id="27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F0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BB8167-B82E-41BD-AD4D-9E8FDEF28667}" v="19" dt="2025-11-07T19:40:18.2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87334" autoAdjust="0"/>
  </p:normalViewPr>
  <p:slideViewPr>
    <p:cSldViewPr snapToGrid="0">
      <p:cViewPr varScale="1">
        <p:scale>
          <a:sx n="139" d="100"/>
          <a:sy n="139" d="100"/>
        </p:scale>
        <p:origin x="990"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Yuxuan (Billy)" userId="aa0b3be2-5538-4648-bf3e-e2f10cc4aafb" providerId="ADAL" clId="{41041150-754C-4B9F-BE52-D825D2226B9C}"/>
    <pc:docChg chg="undo custSel addSld delSld modSld sldOrd">
      <pc:chgData name="Wang, Yuxuan (Billy)" userId="aa0b3be2-5538-4648-bf3e-e2f10cc4aafb" providerId="ADAL" clId="{41041150-754C-4B9F-BE52-D825D2226B9C}" dt="2025-10-29T03:33:08.186" v="3954" actId="20577"/>
      <pc:docMkLst>
        <pc:docMk/>
      </pc:docMkLst>
    </pc:docChg>
  </pc:docChgLst>
  <pc:docChgLst>
    <pc:chgData name="Wang, Yuxuan (Billy)" userId="aa0b3be2-5538-4648-bf3e-e2f10cc4aafb" providerId="ADAL" clId="{592ACDAE-304E-5E04-A84E-3A9D80F574F9}"/>
    <pc:docChg chg="undo custSel addSld delSld modSld">
      <pc:chgData name="Wang, Yuxuan (Billy)" userId="aa0b3be2-5538-4648-bf3e-e2f10cc4aafb" providerId="ADAL" clId="{592ACDAE-304E-5E04-A84E-3A9D80F574F9}" dt="2025-11-06T23:03:43.208" v="1053" actId="2696"/>
      <pc:docMkLst>
        <pc:docMk/>
      </pc:docMkLst>
      <pc:sldChg chg="modSp mod">
        <pc:chgData name="Wang, Yuxuan (Billy)" userId="aa0b3be2-5538-4648-bf3e-e2f10cc4aafb" providerId="ADAL" clId="{592ACDAE-304E-5E04-A84E-3A9D80F574F9}" dt="2025-11-06T21:54:00.160" v="642" actId="20577"/>
        <pc:sldMkLst>
          <pc:docMk/>
          <pc:sldMk cId="1764879922" sldId="258"/>
        </pc:sldMkLst>
        <pc:spChg chg="mod">
          <ac:chgData name="Wang, Yuxuan (Billy)" userId="aa0b3be2-5538-4648-bf3e-e2f10cc4aafb" providerId="ADAL" clId="{592ACDAE-304E-5E04-A84E-3A9D80F574F9}" dt="2025-11-06T21:54:00.160" v="642" actId="20577"/>
          <ac:spMkLst>
            <pc:docMk/>
            <pc:sldMk cId="1764879922" sldId="258"/>
            <ac:spMk id="2" creationId="{B846EB1A-987B-1A06-B1E1-92067E206B5D}"/>
          </ac:spMkLst>
        </pc:spChg>
        <pc:spChg chg="mod">
          <ac:chgData name="Wang, Yuxuan (Billy)" userId="aa0b3be2-5538-4648-bf3e-e2f10cc4aafb" providerId="ADAL" clId="{592ACDAE-304E-5E04-A84E-3A9D80F574F9}" dt="2025-11-06T21:48:24.911" v="29" actId="20577"/>
          <ac:spMkLst>
            <pc:docMk/>
            <pc:sldMk cId="1764879922" sldId="258"/>
            <ac:spMk id="3" creationId="{27CD393A-5E2D-02E9-32C6-A3CCAE0A16C3}"/>
          </ac:spMkLst>
        </pc:spChg>
      </pc:sldChg>
      <pc:sldChg chg="addSp modSp mod">
        <pc:chgData name="Wang, Yuxuan (Billy)" userId="aa0b3be2-5538-4648-bf3e-e2f10cc4aafb" providerId="ADAL" clId="{592ACDAE-304E-5E04-A84E-3A9D80F574F9}" dt="2025-11-06T23:03:28.688" v="1014" actId="20577"/>
        <pc:sldMkLst>
          <pc:docMk/>
          <pc:sldMk cId="2276998785" sldId="259"/>
        </pc:sldMkLst>
        <pc:spChg chg="mod">
          <ac:chgData name="Wang, Yuxuan (Billy)" userId="aa0b3be2-5538-4648-bf3e-e2f10cc4aafb" providerId="ADAL" clId="{592ACDAE-304E-5E04-A84E-3A9D80F574F9}" dt="2025-11-06T23:03:28.688" v="1014" actId="20577"/>
          <ac:spMkLst>
            <pc:docMk/>
            <pc:sldMk cId="2276998785" sldId="259"/>
            <ac:spMk id="2" creationId="{25AFC003-DDC1-4C74-303C-93CF4F10174B}"/>
          </ac:spMkLst>
        </pc:spChg>
        <pc:spChg chg="mod">
          <ac:chgData name="Wang, Yuxuan (Billy)" userId="aa0b3be2-5538-4648-bf3e-e2f10cc4aafb" providerId="ADAL" clId="{592ACDAE-304E-5E04-A84E-3A9D80F574F9}" dt="2025-11-06T23:03:10.059" v="965" actId="20577"/>
          <ac:spMkLst>
            <pc:docMk/>
            <pc:sldMk cId="2276998785" sldId="259"/>
            <ac:spMk id="3" creationId="{EAEACE9F-BAE2-10BA-D1E2-DBEA7435434B}"/>
          </ac:spMkLst>
        </pc:spChg>
        <pc:picChg chg="add mod">
          <ac:chgData name="Wang, Yuxuan (Billy)" userId="aa0b3be2-5538-4648-bf3e-e2f10cc4aafb" providerId="ADAL" clId="{592ACDAE-304E-5E04-A84E-3A9D80F574F9}" dt="2025-11-06T22:11:02.267" v="683" actId="1076"/>
          <ac:picMkLst>
            <pc:docMk/>
            <pc:sldMk cId="2276998785" sldId="259"/>
            <ac:picMk id="7" creationId="{610A0D14-6CC8-CE04-A519-02035F003BB8}"/>
          </ac:picMkLst>
        </pc:picChg>
      </pc:sldChg>
      <pc:sldChg chg="modSp new del">
        <pc:chgData name="Wang, Yuxuan (Billy)" userId="aa0b3be2-5538-4648-bf3e-e2f10cc4aafb" providerId="ADAL" clId="{592ACDAE-304E-5E04-A84E-3A9D80F574F9}" dt="2025-11-06T23:01:40.811" v="926" actId="2696"/>
        <pc:sldMkLst>
          <pc:docMk/>
          <pc:sldMk cId="3400119337" sldId="261"/>
        </pc:sldMkLst>
      </pc:sldChg>
      <pc:sldChg chg="addSp modSp new del mod">
        <pc:chgData name="Wang, Yuxuan (Billy)" userId="aa0b3be2-5538-4648-bf3e-e2f10cc4aafb" providerId="ADAL" clId="{592ACDAE-304E-5E04-A84E-3A9D80F574F9}" dt="2025-11-06T23:03:42.247" v="1052" actId="2696"/>
        <pc:sldMkLst>
          <pc:docMk/>
          <pc:sldMk cId="1362559797" sldId="262"/>
        </pc:sldMkLst>
      </pc:sldChg>
      <pc:sldChg chg="addSp modSp new mod">
        <pc:chgData name="Wang, Yuxuan (Billy)" userId="aa0b3be2-5538-4648-bf3e-e2f10cc4aafb" providerId="ADAL" clId="{592ACDAE-304E-5E04-A84E-3A9D80F574F9}" dt="2025-11-06T22:11:28.675" v="714"/>
        <pc:sldMkLst>
          <pc:docMk/>
          <pc:sldMk cId="2793130475" sldId="263"/>
        </pc:sldMkLst>
      </pc:sldChg>
      <pc:sldChg chg="new">
        <pc:chgData name="Wang, Yuxuan (Billy)" userId="aa0b3be2-5538-4648-bf3e-e2f10cc4aafb" providerId="ADAL" clId="{592ACDAE-304E-5E04-A84E-3A9D80F574F9}" dt="2025-11-06T22:12:40.361" v="855" actId="680"/>
        <pc:sldMkLst>
          <pc:docMk/>
          <pc:sldMk cId="3740902226" sldId="264"/>
        </pc:sldMkLst>
      </pc:sldChg>
      <pc:sldChg chg="modSp add del mod">
        <pc:chgData name="Wang, Yuxuan (Billy)" userId="aa0b3be2-5538-4648-bf3e-e2f10cc4aafb" providerId="ADAL" clId="{592ACDAE-304E-5E04-A84E-3A9D80F574F9}" dt="2025-11-06T23:03:43.208" v="1053" actId="2696"/>
        <pc:sldMkLst>
          <pc:docMk/>
          <pc:sldMk cId="3478472071" sldId="265"/>
        </pc:sldMkLst>
      </pc:sldChg>
      <pc:sldChg chg="addSp modSp add mod">
        <pc:chgData name="Wang, Yuxuan (Billy)" userId="aa0b3be2-5538-4648-bf3e-e2f10cc4aafb" providerId="ADAL" clId="{592ACDAE-304E-5E04-A84E-3A9D80F574F9}" dt="2025-11-06T23:03:38.544" v="1051" actId="20577"/>
        <pc:sldMkLst>
          <pc:docMk/>
          <pc:sldMk cId="2880416769" sldId="266"/>
        </pc:sldMkLst>
        <pc:spChg chg="mod">
          <ac:chgData name="Wang, Yuxuan (Billy)" userId="aa0b3be2-5538-4648-bf3e-e2f10cc4aafb" providerId="ADAL" clId="{592ACDAE-304E-5E04-A84E-3A9D80F574F9}" dt="2025-11-06T23:03:38.544" v="1051" actId="20577"/>
          <ac:spMkLst>
            <pc:docMk/>
            <pc:sldMk cId="2880416769" sldId="266"/>
            <ac:spMk id="2" creationId="{D5DFC055-FC5B-483E-7E69-D2D3560A2FA5}"/>
          </ac:spMkLst>
        </pc:spChg>
        <pc:picChg chg="add mod">
          <ac:chgData name="Wang, Yuxuan (Billy)" userId="aa0b3be2-5538-4648-bf3e-e2f10cc4aafb" providerId="ADAL" clId="{592ACDAE-304E-5E04-A84E-3A9D80F574F9}" dt="2025-11-06T23:02:19.179" v="933" actId="1076"/>
          <ac:picMkLst>
            <pc:docMk/>
            <pc:sldMk cId="2880416769" sldId="266"/>
            <ac:picMk id="9" creationId="{80B7423C-8998-6D25-979D-83E32FEDAC87}"/>
          </ac:picMkLst>
        </pc:picChg>
      </pc:sldChg>
      <pc:sldChg chg="addSp modSp new del">
        <pc:chgData name="Wang, Yuxuan (Billy)" userId="aa0b3be2-5538-4648-bf3e-e2f10cc4aafb" providerId="ADAL" clId="{592ACDAE-304E-5E04-A84E-3A9D80F574F9}" dt="2025-11-06T23:02:54.329" v="936" actId="680"/>
        <pc:sldMkLst>
          <pc:docMk/>
          <pc:sldMk cId="1518000050" sldId="267"/>
        </pc:sldMkLst>
      </pc:sldChg>
      <pc:sldChg chg="add del">
        <pc:chgData name="Wang, Yuxuan (Billy)" userId="aa0b3be2-5538-4648-bf3e-e2f10cc4aafb" providerId="ADAL" clId="{592ACDAE-304E-5E04-A84E-3A9D80F574F9}" dt="2025-11-06T23:01:47.602" v="928"/>
        <pc:sldMkLst>
          <pc:docMk/>
          <pc:sldMk cId="1803416005" sldId="267"/>
        </pc:sldMkLst>
      </pc:sldChg>
    </pc:docChg>
  </pc:docChgLst>
  <pc:docChgLst>
    <pc:chgData name="Wang, Yuxuan (Billy)" userId="aa0b3be2-5538-4648-bf3e-e2f10cc4aafb" providerId="ADAL" clId="{1949083F-82CE-485D-8D43-0FE4E2E54B82}"/>
    <pc:docChg chg="undo redo custSel addSld delSld modSld sldOrd modMainMaster">
      <pc:chgData name="Wang, Yuxuan (Billy)" userId="aa0b3be2-5538-4648-bf3e-e2f10cc4aafb" providerId="ADAL" clId="{1949083F-82CE-485D-8D43-0FE4E2E54B82}" dt="2025-11-11T18:16:22.763" v="4687" actId="20577"/>
      <pc:docMkLst>
        <pc:docMk/>
      </pc:docMkLst>
      <pc:sldChg chg="addSp modSp new mod modClrScheme chgLayout">
        <pc:chgData name="Wang, Yuxuan (Billy)" userId="aa0b3be2-5538-4648-bf3e-e2f10cc4aafb" providerId="ADAL" clId="{1949083F-82CE-485D-8D43-0FE4E2E54B82}" dt="2025-11-06T20:02:58.544" v="2437" actId="14100"/>
        <pc:sldMkLst>
          <pc:docMk/>
          <pc:sldMk cId="3084861322" sldId="257"/>
        </pc:sldMkLst>
        <pc:spChg chg="mod ord">
          <ac:chgData name="Wang, Yuxuan (Billy)" userId="aa0b3be2-5538-4648-bf3e-e2f10cc4aafb" providerId="ADAL" clId="{1949083F-82CE-485D-8D43-0FE4E2E54B82}" dt="2025-11-06T20:02:51.620" v="2436" actId="313"/>
          <ac:spMkLst>
            <pc:docMk/>
            <pc:sldMk cId="3084861322" sldId="257"/>
            <ac:spMk id="2" creationId="{2677EA42-23BF-6BD4-362A-18D91E3F5224}"/>
          </ac:spMkLst>
        </pc:spChg>
        <pc:spChg chg="mod">
          <ac:chgData name="Wang, Yuxuan (Billy)" userId="aa0b3be2-5538-4648-bf3e-e2f10cc4aafb" providerId="ADAL" clId="{1949083F-82CE-485D-8D43-0FE4E2E54B82}" dt="2025-11-06T03:49:34.046" v="2111" actId="26606"/>
          <ac:spMkLst>
            <pc:docMk/>
            <pc:sldMk cId="3084861322" sldId="257"/>
            <ac:spMk id="3" creationId="{5C9ECBB7-4E3B-6476-6F87-D8B95D1AB654}"/>
          </ac:spMkLst>
        </pc:spChg>
        <pc:spChg chg="mod">
          <ac:chgData name="Wang, Yuxuan (Billy)" userId="aa0b3be2-5538-4648-bf3e-e2f10cc4aafb" providerId="ADAL" clId="{1949083F-82CE-485D-8D43-0FE4E2E54B82}" dt="2025-11-06T03:49:34.046" v="2111" actId="26606"/>
          <ac:spMkLst>
            <pc:docMk/>
            <pc:sldMk cId="3084861322" sldId="257"/>
            <ac:spMk id="4" creationId="{12A4768F-4279-BB4C-E21F-4EAB3464088B}"/>
          </ac:spMkLst>
        </pc:spChg>
        <pc:spChg chg="mod">
          <ac:chgData name="Wang, Yuxuan (Billy)" userId="aa0b3be2-5538-4648-bf3e-e2f10cc4aafb" providerId="ADAL" clId="{1949083F-82CE-485D-8D43-0FE4E2E54B82}" dt="2025-11-06T03:49:34.046" v="2111" actId="26606"/>
          <ac:spMkLst>
            <pc:docMk/>
            <pc:sldMk cId="3084861322" sldId="257"/>
            <ac:spMk id="5" creationId="{15AFCD5C-EAED-FDD1-957C-000A04F26005}"/>
          </ac:spMkLst>
        </pc:spChg>
        <pc:spChg chg="mod">
          <ac:chgData name="Wang, Yuxuan (Billy)" userId="aa0b3be2-5538-4648-bf3e-e2f10cc4aafb" providerId="ADAL" clId="{1949083F-82CE-485D-8D43-0FE4E2E54B82}" dt="2025-11-06T03:49:34.046" v="2111" actId="26606"/>
          <ac:spMkLst>
            <pc:docMk/>
            <pc:sldMk cId="3084861322" sldId="257"/>
            <ac:spMk id="6" creationId="{91CE67C6-FAB1-6C55-F187-638627B4D832}"/>
          </ac:spMkLst>
        </pc:spChg>
        <pc:picChg chg="add mod ord">
          <ac:chgData name="Wang, Yuxuan (Billy)" userId="aa0b3be2-5538-4648-bf3e-e2f10cc4aafb" providerId="ADAL" clId="{1949083F-82CE-485D-8D43-0FE4E2E54B82}" dt="2025-11-06T20:02:58.544" v="2437" actId="14100"/>
          <ac:picMkLst>
            <pc:docMk/>
            <pc:sldMk cId="3084861322" sldId="257"/>
            <ac:picMk id="8" creationId="{03ABF211-A16A-23D4-0FC2-CE6345709713}"/>
          </ac:picMkLst>
        </pc:picChg>
        <pc:picChg chg="add mod">
          <ac:chgData name="Wang, Yuxuan (Billy)" userId="aa0b3be2-5538-4648-bf3e-e2f10cc4aafb" providerId="ADAL" clId="{1949083F-82CE-485D-8D43-0FE4E2E54B82}" dt="2025-11-06T20:02:24.823" v="2403" actId="14100"/>
          <ac:picMkLst>
            <pc:docMk/>
            <pc:sldMk cId="3084861322" sldId="257"/>
            <ac:picMk id="9" creationId="{35F9CEE9-69E7-AD5E-66B8-FDCEE7B69506}"/>
          </ac:picMkLst>
        </pc:picChg>
      </pc:sldChg>
      <pc:sldChg chg="modSp new mod">
        <pc:chgData name="Wang, Yuxuan (Billy)" userId="aa0b3be2-5538-4648-bf3e-e2f10cc4aafb" providerId="ADAL" clId="{1949083F-82CE-485D-8D43-0FE4E2E54B82}" dt="2025-11-11T18:16:22.763" v="4687" actId="20577"/>
        <pc:sldMkLst>
          <pc:docMk/>
          <pc:sldMk cId="1764879922" sldId="258"/>
        </pc:sldMkLst>
        <pc:spChg chg="mod">
          <ac:chgData name="Wang, Yuxuan (Billy)" userId="aa0b3be2-5538-4648-bf3e-e2f10cc4aafb" providerId="ADAL" clId="{1949083F-82CE-485D-8D43-0FE4E2E54B82}" dt="2025-11-11T18:16:22.763" v="4687" actId="20577"/>
          <ac:spMkLst>
            <pc:docMk/>
            <pc:sldMk cId="1764879922" sldId="258"/>
            <ac:spMk id="2" creationId="{B846EB1A-987B-1A06-B1E1-92067E206B5D}"/>
          </ac:spMkLst>
        </pc:spChg>
        <pc:spChg chg="mod">
          <ac:chgData name="Wang, Yuxuan (Billy)" userId="aa0b3be2-5538-4648-bf3e-e2f10cc4aafb" providerId="ADAL" clId="{1949083F-82CE-485D-8D43-0FE4E2E54B82}" dt="2025-11-11T18:11:02.248" v="3921" actId="20577"/>
          <ac:spMkLst>
            <pc:docMk/>
            <pc:sldMk cId="1764879922" sldId="258"/>
            <ac:spMk id="3" creationId="{27CD393A-5E2D-02E9-32C6-A3CCAE0A16C3}"/>
          </ac:spMkLst>
        </pc:spChg>
      </pc:sldChg>
      <pc:sldChg chg="modSp new mod">
        <pc:chgData name="Wang, Yuxuan (Billy)" userId="aa0b3be2-5538-4648-bf3e-e2f10cc4aafb" providerId="ADAL" clId="{1949083F-82CE-485D-8D43-0FE4E2E54B82}" dt="2025-11-07T18:37:01.608" v="3662" actId="20577"/>
        <pc:sldMkLst>
          <pc:docMk/>
          <pc:sldMk cId="2276998785" sldId="259"/>
        </pc:sldMkLst>
        <pc:spChg chg="mod">
          <ac:chgData name="Wang, Yuxuan (Billy)" userId="aa0b3be2-5538-4648-bf3e-e2f10cc4aafb" providerId="ADAL" clId="{1949083F-82CE-485D-8D43-0FE4E2E54B82}" dt="2025-11-07T18:37:01.608" v="3662" actId="20577"/>
          <ac:spMkLst>
            <pc:docMk/>
            <pc:sldMk cId="2276998785" sldId="259"/>
            <ac:spMk id="2" creationId="{25AFC003-DDC1-4C74-303C-93CF4F10174B}"/>
          </ac:spMkLst>
        </pc:spChg>
      </pc:sldChg>
      <pc:sldChg chg="modSp new mod">
        <pc:chgData name="Wang, Yuxuan (Billy)" userId="aa0b3be2-5538-4648-bf3e-e2f10cc4aafb" providerId="ADAL" clId="{1949083F-82CE-485D-8D43-0FE4E2E54B82}" dt="2025-11-06T00:05:59.926" v="1870" actId="20577"/>
        <pc:sldMkLst>
          <pc:docMk/>
          <pc:sldMk cId="2904061030" sldId="260"/>
        </pc:sldMkLst>
        <pc:spChg chg="mod">
          <ac:chgData name="Wang, Yuxuan (Billy)" userId="aa0b3be2-5538-4648-bf3e-e2f10cc4aafb" providerId="ADAL" clId="{1949083F-82CE-485D-8D43-0FE4E2E54B82}" dt="2025-11-06T00:05:59.926" v="1870" actId="20577"/>
          <ac:spMkLst>
            <pc:docMk/>
            <pc:sldMk cId="2904061030" sldId="260"/>
            <ac:spMk id="2" creationId="{AA9B394A-98C5-E668-2E44-F6590211C941}"/>
          </ac:spMkLst>
        </pc:spChg>
        <pc:spChg chg="mod">
          <ac:chgData name="Wang, Yuxuan (Billy)" userId="aa0b3be2-5538-4648-bf3e-e2f10cc4aafb" providerId="ADAL" clId="{1949083F-82CE-485D-8D43-0FE4E2E54B82}" dt="2025-11-06T00:03:08.658" v="1271" actId="20577"/>
          <ac:spMkLst>
            <pc:docMk/>
            <pc:sldMk cId="2904061030" sldId="260"/>
            <ac:spMk id="3" creationId="{BA907AAD-7096-4B5E-899F-F060D438B0F7}"/>
          </ac:spMkLst>
        </pc:spChg>
      </pc:sldChg>
      <pc:sldChg chg="del">
        <pc:chgData name="Wang, Yuxuan (Billy)" userId="aa0b3be2-5538-4648-bf3e-e2f10cc4aafb" providerId="ADAL" clId="{1949083F-82CE-485D-8D43-0FE4E2E54B82}" dt="2025-11-07T04:31:14.230" v="3180" actId="47"/>
        <pc:sldMkLst>
          <pc:docMk/>
          <pc:sldMk cId="2793130475" sldId="263"/>
        </pc:sldMkLst>
      </pc:sldChg>
      <pc:sldChg chg="del">
        <pc:chgData name="Wang, Yuxuan (Billy)" userId="aa0b3be2-5538-4648-bf3e-e2f10cc4aafb" providerId="ADAL" clId="{1949083F-82CE-485D-8D43-0FE4E2E54B82}" dt="2025-11-05T23:57:45.131" v="1198" actId="47"/>
        <pc:sldMkLst>
          <pc:docMk/>
          <pc:sldMk cId="3903538928" sldId="263"/>
        </pc:sldMkLst>
      </pc:sldChg>
      <pc:sldChg chg="addSp delSp modSp mod">
        <pc:chgData name="Wang, Yuxuan (Billy)" userId="aa0b3be2-5538-4648-bf3e-e2f10cc4aafb" providerId="ADAL" clId="{1949083F-82CE-485D-8D43-0FE4E2E54B82}" dt="2025-11-07T04:29:32.756" v="3094" actId="1076"/>
        <pc:sldMkLst>
          <pc:docMk/>
          <pc:sldMk cId="3740902226" sldId="264"/>
        </pc:sldMkLst>
        <pc:spChg chg="mod">
          <ac:chgData name="Wang, Yuxuan (Billy)" userId="aa0b3be2-5538-4648-bf3e-e2f10cc4aafb" providerId="ADAL" clId="{1949083F-82CE-485D-8D43-0FE4E2E54B82}" dt="2025-11-07T04:28:08.700" v="3085" actId="20577"/>
          <ac:spMkLst>
            <pc:docMk/>
            <pc:sldMk cId="3740902226" sldId="264"/>
            <ac:spMk id="2" creationId="{8C8039CC-088B-9FD8-981F-073B5FCCB1C0}"/>
          </ac:spMkLst>
        </pc:spChg>
        <pc:spChg chg="mod">
          <ac:chgData name="Wang, Yuxuan (Billy)" userId="aa0b3be2-5538-4648-bf3e-e2f10cc4aafb" providerId="ADAL" clId="{1949083F-82CE-485D-8D43-0FE4E2E54B82}" dt="2025-11-07T04:26:11.622" v="2876" actId="20577"/>
          <ac:spMkLst>
            <pc:docMk/>
            <pc:sldMk cId="3740902226" sldId="264"/>
            <ac:spMk id="3" creationId="{ED5721F9-2790-FF60-B5FE-28C39ACE75D0}"/>
          </ac:spMkLst>
        </pc:spChg>
        <pc:picChg chg="add mod">
          <ac:chgData name="Wang, Yuxuan (Billy)" userId="aa0b3be2-5538-4648-bf3e-e2f10cc4aafb" providerId="ADAL" clId="{1949083F-82CE-485D-8D43-0FE4E2E54B82}" dt="2025-11-07T04:29:32.756" v="3094" actId="1076"/>
          <ac:picMkLst>
            <pc:docMk/>
            <pc:sldMk cId="3740902226" sldId="264"/>
            <ac:picMk id="10" creationId="{553C0A79-CC68-98B3-0C55-02777FB41A08}"/>
          </ac:picMkLst>
        </pc:picChg>
      </pc:sldChg>
      <pc:sldChg chg="new del">
        <pc:chgData name="Wang, Yuxuan (Billy)" userId="aa0b3be2-5538-4648-bf3e-e2f10cc4aafb" providerId="ADAL" clId="{1949083F-82CE-485D-8D43-0FE4E2E54B82}" dt="2025-11-07T04:29:49.825" v="3097" actId="47"/>
        <pc:sldMkLst>
          <pc:docMk/>
          <pc:sldMk cId="2876153425" sldId="267"/>
        </pc:sldMkLst>
      </pc:sldChg>
      <pc:sldChg chg="addSp delSp modSp add mod">
        <pc:chgData name="Wang, Yuxuan (Billy)" userId="aa0b3be2-5538-4648-bf3e-e2f10cc4aafb" providerId="ADAL" clId="{1949083F-82CE-485D-8D43-0FE4E2E54B82}" dt="2025-11-07T04:33:53.433" v="3321" actId="20577"/>
        <pc:sldMkLst>
          <pc:docMk/>
          <pc:sldMk cId="3474149367" sldId="268"/>
        </pc:sldMkLst>
        <pc:spChg chg="mod">
          <ac:chgData name="Wang, Yuxuan (Billy)" userId="aa0b3be2-5538-4648-bf3e-e2f10cc4aafb" providerId="ADAL" clId="{1949083F-82CE-485D-8D43-0FE4E2E54B82}" dt="2025-11-07T04:32:48.882" v="3197" actId="27636"/>
          <ac:spMkLst>
            <pc:docMk/>
            <pc:sldMk cId="3474149367" sldId="268"/>
            <ac:spMk id="2" creationId="{5BF13FB0-5086-C8F7-ECEB-2DD2865E6F0A}"/>
          </ac:spMkLst>
        </pc:spChg>
        <pc:spChg chg="add mod">
          <ac:chgData name="Wang, Yuxuan (Billy)" userId="aa0b3be2-5538-4648-bf3e-e2f10cc4aafb" providerId="ADAL" clId="{1949083F-82CE-485D-8D43-0FE4E2E54B82}" dt="2025-11-07T04:33:53.433" v="3321" actId="20577"/>
          <ac:spMkLst>
            <pc:docMk/>
            <pc:sldMk cId="3474149367" sldId="268"/>
            <ac:spMk id="9" creationId="{9631BEEE-B17D-B451-A540-027C5141E5C5}"/>
          </ac:spMkLst>
        </pc:spChg>
        <pc:picChg chg="add mod modCrop">
          <ac:chgData name="Wang, Yuxuan (Billy)" userId="aa0b3be2-5538-4648-bf3e-e2f10cc4aafb" providerId="ADAL" clId="{1949083F-82CE-485D-8D43-0FE4E2E54B82}" dt="2025-11-07T04:33:13.427" v="3205" actId="14100"/>
          <ac:picMkLst>
            <pc:docMk/>
            <pc:sldMk cId="3474149367" sldId="268"/>
            <ac:picMk id="8" creationId="{C35DBCA6-E5C4-82B1-0204-AAD5003C623A}"/>
          </ac:picMkLst>
        </pc:picChg>
      </pc:sldChg>
      <pc:sldChg chg="add del">
        <pc:chgData name="Wang, Yuxuan (Billy)" userId="aa0b3be2-5538-4648-bf3e-e2f10cc4aafb" providerId="ADAL" clId="{1949083F-82CE-485D-8D43-0FE4E2E54B82}" dt="2025-11-07T04:30:45.116" v="3179"/>
        <pc:sldMkLst>
          <pc:docMk/>
          <pc:sldMk cId="2167638961" sldId="269"/>
        </pc:sldMkLst>
      </pc:sldChg>
      <pc:sldChg chg="modSp new mod">
        <pc:chgData name="Wang, Yuxuan (Billy)" userId="aa0b3be2-5538-4648-bf3e-e2f10cc4aafb" providerId="ADAL" clId="{1949083F-82CE-485D-8D43-0FE4E2E54B82}" dt="2025-11-07T22:34:08.100" v="3857" actId="20577"/>
        <pc:sldMkLst>
          <pc:docMk/>
          <pc:sldMk cId="3785990363" sldId="269"/>
        </pc:sldMkLst>
        <pc:spChg chg="mod">
          <ac:chgData name="Wang, Yuxuan (Billy)" userId="aa0b3be2-5538-4648-bf3e-e2f10cc4aafb" providerId="ADAL" clId="{1949083F-82CE-485D-8D43-0FE4E2E54B82}" dt="2025-11-07T22:34:08.100" v="3857" actId="20577"/>
          <ac:spMkLst>
            <pc:docMk/>
            <pc:sldMk cId="3785990363" sldId="269"/>
            <ac:spMk id="2" creationId="{9A9E2CC8-E713-75B0-BB85-7E438992B6E6}"/>
          </ac:spMkLst>
        </pc:spChg>
      </pc:sldChg>
      <pc:sldChg chg="addSp modSp new mod">
        <pc:chgData name="Wang, Yuxuan (Billy)" userId="aa0b3be2-5538-4648-bf3e-e2f10cc4aafb" providerId="ADAL" clId="{1949083F-82CE-485D-8D43-0FE4E2E54B82}" dt="2025-11-07T19:40:16.804" v="3663" actId="20578"/>
        <pc:sldMkLst>
          <pc:docMk/>
          <pc:sldMk cId="729900990" sldId="270"/>
        </pc:sldMkLst>
        <pc:spChg chg="mod">
          <ac:chgData name="Wang, Yuxuan (Billy)" userId="aa0b3be2-5538-4648-bf3e-e2f10cc4aafb" providerId="ADAL" clId="{1949083F-82CE-485D-8D43-0FE4E2E54B82}" dt="2025-11-07T19:40:16.804" v="3663" actId="20578"/>
          <ac:spMkLst>
            <pc:docMk/>
            <pc:sldMk cId="729900990" sldId="270"/>
            <ac:spMk id="2" creationId="{21B187FE-6AF5-49D9-82D6-403C4916D3D9}"/>
          </ac:spMkLst>
        </pc:spChg>
        <pc:spChg chg="mod">
          <ac:chgData name="Wang, Yuxuan (Billy)" userId="aa0b3be2-5538-4648-bf3e-e2f10cc4aafb" providerId="ADAL" clId="{1949083F-82CE-485D-8D43-0FE4E2E54B82}" dt="2025-11-07T04:37:05.363" v="3597" actId="20577"/>
          <ac:spMkLst>
            <pc:docMk/>
            <pc:sldMk cId="729900990" sldId="270"/>
            <ac:spMk id="3" creationId="{B29ABA2C-0D28-F5FF-58E6-40DBF96BC7E6}"/>
          </ac:spMkLst>
        </pc:spChg>
        <pc:picChg chg="add mod">
          <ac:chgData name="Wang, Yuxuan (Billy)" userId="aa0b3be2-5538-4648-bf3e-e2f10cc4aafb" providerId="ADAL" clId="{1949083F-82CE-485D-8D43-0FE4E2E54B82}" dt="2025-11-07T04:36:43.555" v="3501"/>
          <ac:picMkLst>
            <pc:docMk/>
            <pc:sldMk cId="729900990" sldId="270"/>
            <ac:picMk id="7" creationId="{ABB46A2E-A571-88B3-24D1-12486C8DE0C3}"/>
          </ac:picMkLst>
        </pc:picChg>
      </pc:sldChg>
      <pc:sldChg chg="del">
        <pc:chgData name="Wang, Yuxuan (Billy)" userId="aa0b3be2-5538-4648-bf3e-e2f10cc4aafb" providerId="ADAL" clId="{1949083F-82CE-485D-8D43-0FE4E2E54B82}" dt="2025-11-05T23:57:45.547" v="1202" actId="47"/>
        <pc:sldMkLst>
          <pc:docMk/>
          <pc:sldMk cId="2439706542" sldId="275"/>
        </pc:sldMkLst>
      </pc:sldChg>
      <pc:sldChg chg="del">
        <pc:chgData name="Wang, Yuxuan (Billy)" userId="aa0b3be2-5538-4648-bf3e-e2f10cc4aafb" providerId="ADAL" clId="{1949083F-82CE-485D-8D43-0FE4E2E54B82}" dt="2025-11-05T23:57:45.666" v="1203" actId="47"/>
        <pc:sldMkLst>
          <pc:docMk/>
          <pc:sldMk cId="3194903498" sldId="276"/>
        </pc:sldMkLst>
      </pc:sldChg>
      <pc:sldChg chg="del">
        <pc:chgData name="Wang, Yuxuan (Billy)" userId="aa0b3be2-5538-4648-bf3e-e2f10cc4aafb" providerId="ADAL" clId="{1949083F-82CE-485D-8D43-0FE4E2E54B82}" dt="2025-11-05T23:57:45.756" v="1204" actId="47"/>
        <pc:sldMkLst>
          <pc:docMk/>
          <pc:sldMk cId="2916883056" sldId="277"/>
        </pc:sldMkLst>
      </pc:sldChg>
      <pc:sldChg chg="modSp del mod ord">
        <pc:chgData name="Wang, Yuxuan (Billy)" userId="aa0b3be2-5538-4648-bf3e-e2f10cc4aafb" providerId="ADAL" clId="{1949083F-82CE-485D-8D43-0FE4E2E54B82}" dt="2025-11-05T23:57:46.096" v="1207" actId="47"/>
        <pc:sldMkLst>
          <pc:docMk/>
          <pc:sldMk cId="3561801958" sldId="278"/>
        </pc:sldMkLst>
      </pc:sldChg>
      <pc:sldChg chg="modSp del mod ord">
        <pc:chgData name="Wang, Yuxuan (Billy)" userId="aa0b3be2-5538-4648-bf3e-e2f10cc4aafb" providerId="ADAL" clId="{1949083F-82CE-485D-8D43-0FE4E2E54B82}" dt="2025-11-05T23:57:45.876" v="1205" actId="47"/>
        <pc:sldMkLst>
          <pc:docMk/>
          <pc:sldMk cId="810294677" sldId="279"/>
        </pc:sldMkLst>
      </pc:sldChg>
      <pc:sldChg chg="modSp del mod">
        <pc:chgData name="Wang, Yuxuan (Billy)" userId="aa0b3be2-5538-4648-bf3e-e2f10cc4aafb" providerId="ADAL" clId="{1949083F-82CE-485D-8D43-0FE4E2E54B82}" dt="2025-11-05T23:57:45.236" v="1199" actId="47"/>
        <pc:sldMkLst>
          <pc:docMk/>
          <pc:sldMk cId="1398520759" sldId="280"/>
        </pc:sldMkLst>
      </pc:sldChg>
      <pc:sldChg chg="del">
        <pc:chgData name="Wang, Yuxuan (Billy)" userId="aa0b3be2-5538-4648-bf3e-e2f10cc4aafb" providerId="ADAL" clId="{1949083F-82CE-485D-8D43-0FE4E2E54B82}" dt="2025-11-05T23:57:45.456" v="1201" actId="47"/>
        <pc:sldMkLst>
          <pc:docMk/>
          <pc:sldMk cId="2401111033" sldId="281"/>
        </pc:sldMkLst>
      </pc:sldChg>
      <pc:sldChg chg="del">
        <pc:chgData name="Wang, Yuxuan (Billy)" userId="aa0b3be2-5538-4648-bf3e-e2f10cc4aafb" providerId="ADAL" clId="{1949083F-82CE-485D-8D43-0FE4E2E54B82}" dt="2025-11-05T23:57:45.340" v="1200" actId="47"/>
        <pc:sldMkLst>
          <pc:docMk/>
          <pc:sldMk cId="1904751743" sldId="282"/>
        </pc:sldMkLst>
      </pc:sldChg>
      <pc:sldChg chg="addSp modSp new del mod">
        <pc:chgData name="Wang, Yuxuan (Billy)" userId="aa0b3be2-5538-4648-bf3e-e2f10cc4aafb" providerId="ADAL" clId="{1949083F-82CE-485D-8D43-0FE4E2E54B82}" dt="2025-11-05T23:57:45.986" v="1206" actId="47"/>
        <pc:sldMkLst>
          <pc:docMk/>
          <pc:sldMk cId="2404086833" sldId="283"/>
        </pc:sldMkLst>
      </pc:sldChg>
      <pc:sldChg chg="new del">
        <pc:chgData name="Wang, Yuxuan (Billy)" userId="aa0b3be2-5538-4648-bf3e-e2f10cc4aafb" providerId="ADAL" clId="{1949083F-82CE-485D-8D43-0FE4E2E54B82}" dt="2025-11-05T23:57:46.227" v="1208" actId="47"/>
        <pc:sldMkLst>
          <pc:docMk/>
          <pc:sldMk cId="1496801796" sldId="284"/>
        </pc:sldMkLst>
      </pc:sldChg>
      <pc:sldMasterChg chg="modSp modSldLayout">
        <pc:chgData name="Wang, Yuxuan (Billy)" userId="aa0b3be2-5538-4648-bf3e-e2f10cc4aafb" providerId="ADAL" clId="{1949083F-82CE-485D-8D43-0FE4E2E54B82}" dt="2025-11-05T23:57:28.725" v="1196"/>
        <pc:sldMasterMkLst>
          <pc:docMk/>
          <pc:sldMasterMk cId="1445875197" sldId="2147483690"/>
        </pc:sldMasterMkLst>
        <pc:spChg chg="mod">
          <ac:chgData name="Wang, Yuxuan (Billy)" userId="aa0b3be2-5538-4648-bf3e-e2f10cc4aafb" providerId="ADAL" clId="{1949083F-82CE-485D-8D43-0FE4E2E54B82}" dt="2025-11-05T23:57:28.725" v="1196"/>
          <ac:spMkLst>
            <pc:docMk/>
            <pc:sldMasterMk cId="1445875197" sldId="2147483690"/>
            <ac:spMk id="5" creationId="{829AE483-7D0B-6428-EBCB-BFE44AEFE7E8}"/>
          </ac:spMkLst>
        </pc:spChg>
        <pc:sldLayoutChg chg="modSp">
          <pc:chgData name="Wang, Yuxuan (Billy)" userId="aa0b3be2-5538-4648-bf3e-e2f10cc4aafb" providerId="ADAL" clId="{1949083F-82CE-485D-8D43-0FE4E2E54B82}" dt="2025-11-05T23:57:24.187" v="1195"/>
          <pc:sldLayoutMkLst>
            <pc:docMk/>
            <pc:sldMasterMk cId="1445875197" sldId="2147483690"/>
            <pc:sldLayoutMk cId="3349980805" sldId="2147483691"/>
          </pc:sldLayoutMkLst>
          <pc:spChg chg="mod">
            <ac:chgData name="Wang, Yuxuan (Billy)" userId="aa0b3be2-5538-4648-bf3e-e2f10cc4aafb" providerId="ADAL" clId="{1949083F-82CE-485D-8D43-0FE4E2E54B82}" dt="2025-11-05T23:57:24.187" v="1195"/>
            <ac:spMkLst>
              <pc:docMk/>
              <pc:sldMasterMk cId="1445875197" sldId="2147483690"/>
              <pc:sldLayoutMk cId="3349980805" sldId="2147483691"/>
              <ac:spMk id="5" creationId="{6C22A610-DD41-6055-B13F-DFA88CDE0D37}"/>
            </ac:spMkLst>
          </pc:spChg>
        </pc:sldLayoutChg>
        <pc:sldLayoutChg chg="addSp modSp mod">
          <pc:chgData name="Wang, Yuxuan (Billy)" userId="aa0b3be2-5538-4648-bf3e-e2f10cc4aafb" providerId="ADAL" clId="{1949083F-82CE-485D-8D43-0FE4E2E54B82}" dt="2025-11-05T23:56:57.284" v="1192" actId="20577"/>
          <pc:sldLayoutMkLst>
            <pc:docMk/>
            <pc:sldMasterMk cId="1445875197" sldId="2147483690"/>
            <pc:sldLayoutMk cId="3259409429" sldId="2147483692"/>
          </pc:sldLayoutMkLst>
          <pc:spChg chg="mod">
            <ac:chgData name="Wang, Yuxuan (Billy)" userId="aa0b3be2-5538-4648-bf3e-e2f10cc4aafb" providerId="ADAL" clId="{1949083F-82CE-485D-8D43-0FE4E2E54B82}" dt="2025-11-05T23:56:57.284" v="1192" actId="20577"/>
            <ac:spMkLst>
              <pc:docMk/>
              <pc:sldMasterMk cId="1445875197" sldId="2147483690"/>
              <pc:sldLayoutMk cId="3259409429" sldId="2147483692"/>
              <ac:spMk id="13" creationId="{1FBFB400-A9F2-D7BC-0E51-45FE526A5C88}"/>
            </ac:spMkLst>
          </pc:spChg>
        </pc:sldLayoutChg>
        <pc:sldLayoutChg chg="modSp mod">
          <pc:chgData name="Wang, Yuxuan (Billy)" userId="aa0b3be2-5538-4648-bf3e-e2f10cc4aafb" providerId="ADAL" clId="{1949083F-82CE-485D-8D43-0FE4E2E54B82}" dt="2025-11-05T23:57:18.442" v="1194" actId="20577"/>
          <pc:sldLayoutMkLst>
            <pc:docMk/>
            <pc:sldMasterMk cId="1445875197" sldId="2147483690"/>
            <pc:sldLayoutMk cId="3792659401" sldId="2147483693"/>
          </pc:sldLayoutMkLst>
          <pc:spChg chg="mod">
            <ac:chgData name="Wang, Yuxuan (Billy)" userId="aa0b3be2-5538-4648-bf3e-e2f10cc4aafb" providerId="ADAL" clId="{1949083F-82CE-485D-8D43-0FE4E2E54B82}" dt="2025-11-05T23:57:18.442" v="1194" actId="20577"/>
            <ac:spMkLst>
              <pc:docMk/>
              <pc:sldMasterMk cId="1445875197" sldId="2147483690"/>
              <pc:sldLayoutMk cId="3792659401" sldId="2147483693"/>
              <ac:spMk id="5" creationId="{1B413298-D95B-3F47-0682-BC4694079F5B}"/>
            </ac:spMkLst>
          </pc:spChg>
        </pc:sldLayoutChg>
      </pc:sldMasterChg>
    </pc:docChg>
  </pc:docChgLst>
  <pc:docChgLst>
    <pc:chgData name="Wang, Yuxuan (Billy)" userId="aa0b3be2-5538-4648-bf3e-e2f10cc4aafb" providerId="ADAL" clId="{88A085FD-4B89-4AE4-86B7-43E2590CA6E2}"/>
    <pc:docChg chg="undo custSel addSld delSld modSld">
      <pc:chgData name="Wang, Yuxuan (Billy)" userId="aa0b3be2-5538-4648-bf3e-e2f10cc4aafb" providerId="ADAL" clId="{88A085FD-4B89-4AE4-86B7-43E2590CA6E2}" dt="2025-10-16T16:52:36.626" v="15042"/>
      <pc:docMkLst>
        <pc:docMk/>
      </pc:docMkLst>
      <pc:sldChg chg="modSp mod">
        <pc:chgData name="Wang, Yuxuan (Billy)" userId="aa0b3be2-5538-4648-bf3e-e2f10cc4aafb" providerId="ADAL" clId="{88A085FD-4B89-4AE4-86B7-43E2590CA6E2}" dt="2025-10-16T16:52:36.626" v="15042"/>
        <pc:sldMkLst>
          <pc:docMk/>
          <pc:sldMk cId="748694168" sldId="256"/>
        </pc:sldMkLst>
        <pc:spChg chg="mod">
          <ac:chgData name="Wang, Yuxuan (Billy)" userId="aa0b3be2-5538-4648-bf3e-e2f10cc4aafb" providerId="ADAL" clId="{88A085FD-4B89-4AE4-86B7-43E2590CA6E2}" dt="2025-10-16T16:52:36.626" v="15042"/>
          <ac:spMkLst>
            <pc:docMk/>
            <pc:sldMk cId="748694168" sldId="256"/>
            <ac:spMk id="3" creationId="{1EBC0536-8AC4-C4BB-B8C5-7E5E1CAC1F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3E164-383F-440B-9C3B-5ADBA4F577AC}" type="datetimeFigureOut">
              <a:rPr lang="zh-CN" altLang="en-US" smtClean="0"/>
              <a:t>2025/11/10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0D8F0-6CE8-49E7-84D2-F83268B5D9FE}" type="slidenum">
              <a:rPr lang="zh-CN" altLang="en-US" smtClean="0"/>
              <a:t>‹#›</a:t>
            </a:fld>
            <a:endParaRPr lang="zh-CN" altLang="en-US"/>
          </a:p>
        </p:txBody>
      </p:sp>
    </p:spTree>
    <p:extLst>
      <p:ext uri="{BB962C8B-B14F-4D97-AF65-F5344CB8AC3E}">
        <p14:creationId xmlns:p14="http://schemas.microsoft.com/office/powerpoint/2010/main" val="1406898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2B70D8F0-6CE8-49E7-84D2-F83268B5D9FE}" type="slidenum">
              <a:rPr lang="zh-CN" altLang="en-US" smtClean="0"/>
              <a:t>1</a:t>
            </a:fld>
            <a:endParaRPr lang="zh-CN" altLang="en-US"/>
          </a:p>
        </p:txBody>
      </p:sp>
    </p:spTree>
    <p:extLst>
      <p:ext uri="{BB962C8B-B14F-4D97-AF65-F5344CB8AC3E}">
        <p14:creationId xmlns:p14="http://schemas.microsoft.com/office/powerpoint/2010/main" val="2813619700"/>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charge tells us where in y-z and how far the electrons drifted, but not the absolute time. The light flash gives the absolute t0. In a busy TPC there are several flashes, so the whole game is deciding which flash each cluster of charge belongs 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we lock in the things we're sure about first - long tracks and showers - because they constrain the light budget. Then we work down to the small, dim clusters, and finally force everything to have an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downstream is per-cluster, so clustering decides the units. A key recent addition is vertex-merge: if several prongs share a vertex we treat them as one object, because a bright merged object has a much less ambiguous t0 than a single faint prong.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ML step is the heart of it. For each cluster we predict what light it should have made, per channel and per time-tick. Then matching becomes: slide these templates in time and find the arrangement whose sum best reproduces the light we actually saw.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place everything at once. The bright, long objects have essentially one possible t0, so we commit those first. The overflow trigger is our safety net: if after placing something there's still a big pile of unexplained light, we know we got it wrong or missed a cluster, and we repair.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smaller clusters we test permutations within an energy band rather than committing greedily. The idea is that a few similar-energy clusters competing for a few flashes should be decided together.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is a second-look move stage. The police is stricter: the moment any placement commits we probe it, and if it looks wrong we fix it on the spot, because one bad placement poisons the residual light that everyone downstream matches against.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 tail of tiny clusters can't be matched on their own light. Instead we attach them to the bright interaction they geometrically belong to and let them inherit its t0. Force-coverage is the final mandate that nothing is left unassigned.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energy-weighted, 100% coverage numbers. The shower walls above 1.4 GeV are the weakest and we've scoped a separate path for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The residual error is not random dust - 91% of it is one failure mode: two real interactions swapping their flashes. That tells us it's a matching-policy problem, not a light-prediction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what the matcher decided, right is truth. Notice the two big clusters have simply exchanged their colours - their t0 labels are swapped. The clustering is perfect; only the time assignment is wrong.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same event in the light. Both 33 and 398 are genuine flashes, and both clusters emit light, so swapping which cluster sits at which flash barely changes the total predicted light. That degeneracy is exactly why the mistake survives.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line up. We never even test the swap because the two clusters are in different time groups. Even if we did, the summed-light score can't tell them apart. And the flash trigger that could have anchored the right answer didn't fire confidently.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is two small classes, both about long tracks whose light is spread across TPCs. The off-flash ones are near-misses - the trigger was right, the placement just drifted a couple ticks past our cut.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model is solid and the pipeline is at ~95% on the interesting cohort. The remaining error is almost entirely swaps, which is encouraging because it's a policy problem we can attack. We have a discriminator that works on clean cases; making it a reliable blanket pass is the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2E2A-5B83-3003-8A8A-82E2114AA287}"/>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07A0D92A-E83D-250F-7D58-2A6544C36E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4C103CD1-F111-6C88-1912-09254A0491B7}"/>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6C22A610-DD41-6055-B13F-DFA88CDE0D37}"/>
              </a:ext>
            </a:extLst>
          </p:cNvPr>
          <p:cNvSpPr>
            <a:spLocks noGrp="1"/>
          </p:cNvSpPr>
          <p:nvPr>
            <p:ph type="ftr" sz="quarter" idx="11"/>
          </p:nvPr>
        </p:nvSpPr>
        <p:spPr/>
        <p:txBody>
          <a:bodyPr/>
          <a:lstStyle/>
          <a:p>
            <a:r>
              <a:rPr lang="en-US" altLang="zh-CN" dirty="0"/>
              <a:t>ND Prototypes analysis meeting</a:t>
            </a:r>
          </a:p>
        </p:txBody>
      </p:sp>
      <p:sp>
        <p:nvSpPr>
          <p:cNvPr id="6" name="Slide Number Placeholder 5">
            <a:extLst>
              <a:ext uri="{FF2B5EF4-FFF2-40B4-BE49-F238E27FC236}">
                <a16:creationId xmlns:a16="http://schemas.microsoft.com/office/drawing/2014/main" id="{A4C2E6B4-BFB4-4319-183D-B89E6E3F071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349980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BE1EAC-7FC1-AEE7-8DEB-C8BFA9125C2A}"/>
              </a:ext>
            </a:extLst>
          </p:cNvPr>
          <p:cNvSpPr>
            <a:spLocks noGrp="1"/>
          </p:cNvSpPr>
          <p:nvPr>
            <p:ph idx="1"/>
          </p:nvPr>
        </p:nvSpPr>
        <p:spPr>
          <a:xfrm>
            <a:off x="611659" y="1556951"/>
            <a:ext cx="10756558" cy="4466968"/>
          </a:xfrm>
        </p:spPr>
        <p:txBody>
          <a:bodyPr>
            <a:normAutofit/>
          </a:bodyPr>
          <a:lstStyle>
            <a:lvl1pPr>
              <a:defRPr sz="2000"/>
            </a:lvl1pPr>
            <a:lvl2pPr>
              <a:defRPr sz="1800"/>
            </a:lvl2pPr>
            <a:lvl3pPr>
              <a:defRPr sz="1600"/>
            </a:lvl3pPr>
            <a:lvl4pPr>
              <a:defRPr sz="1400"/>
            </a:lvl4pPr>
            <a:lvl5pPr>
              <a:defRPr sz="140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9" name="Rectangle 8">
            <a:extLst>
              <a:ext uri="{FF2B5EF4-FFF2-40B4-BE49-F238E27FC236}">
                <a16:creationId xmlns:a16="http://schemas.microsoft.com/office/drawing/2014/main" id="{208DBC84-12C6-5159-FBD0-A5EF42C5D631}"/>
              </a:ext>
            </a:extLst>
          </p:cNvPr>
          <p:cNvSpPr/>
          <p:nvPr userDrawn="1"/>
        </p:nvSpPr>
        <p:spPr>
          <a:xfrm>
            <a:off x="0" y="6592330"/>
            <a:ext cx="12192000" cy="2656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itle 10">
            <a:extLst>
              <a:ext uri="{FF2B5EF4-FFF2-40B4-BE49-F238E27FC236}">
                <a16:creationId xmlns:a16="http://schemas.microsoft.com/office/drawing/2014/main" id="{9182D38D-25DF-D4EC-E901-B130E3C8F8B2}"/>
              </a:ext>
            </a:extLst>
          </p:cNvPr>
          <p:cNvSpPr>
            <a:spLocks noGrp="1"/>
          </p:cNvSpPr>
          <p:nvPr>
            <p:ph type="title"/>
          </p:nvPr>
        </p:nvSpPr>
        <p:spPr>
          <a:xfrm>
            <a:off x="611659" y="460997"/>
            <a:ext cx="10515600" cy="859781"/>
          </a:xfrm>
        </p:spPr>
        <p:txBody>
          <a:bodyPr>
            <a:normAutofit/>
          </a:bodyPr>
          <a:lstStyle>
            <a:lvl1pPr>
              <a:defRPr sz="4000"/>
            </a:lvl1pPr>
          </a:lstStyle>
          <a:p>
            <a:r>
              <a:rPr lang="en-US" altLang="zh-CN"/>
              <a:t>Click to edit Master title style</a:t>
            </a:r>
            <a:endParaRPr lang="zh-CN" altLang="en-US"/>
          </a:p>
        </p:txBody>
      </p:sp>
      <p:sp>
        <p:nvSpPr>
          <p:cNvPr id="12" name="Date Placeholder 11">
            <a:extLst>
              <a:ext uri="{FF2B5EF4-FFF2-40B4-BE49-F238E27FC236}">
                <a16:creationId xmlns:a16="http://schemas.microsoft.com/office/drawing/2014/main" id="{94ACF2FC-4E62-B703-E401-5AADB318CE1F}"/>
              </a:ext>
            </a:extLst>
          </p:cNvPr>
          <p:cNvSpPr>
            <a:spLocks noGrp="1"/>
          </p:cNvSpPr>
          <p:nvPr>
            <p:ph type="dt" sz="half" idx="10"/>
          </p:nvPr>
        </p:nvSpPr>
        <p:spPr>
          <a:xfrm>
            <a:off x="0" y="6588640"/>
            <a:ext cx="3352800" cy="265670"/>
          </a:xfrm>
        </p:spPr>
        <p:txBody>
          <a:bodyPr/>
          <a:lstStyle>
            <a:lvl1pPr>
              <a:defRPr sz="1200">
                <a:solidFill>
                  <a:srgbClr val="FFFFFF"/>
                </a:solidFill>
                <a:latin typeface="Times New Roman" panose="02020603050405020304" pitchFamily="18" charset="0"/>
                <a:cs typeface="Times New Roman" panose="02020603050405020304" pitchFamily="18" charset="0"/>
              </a:defRPr>
            </a:lvl1pPr>
          </a:lstStyle>
          <a:p>
            <a:r>
              <a:rPr lang="en-US" altLang="zh-CN"/>
              <a:t>Billy @ Caltech</a:t>
            </a:r>
            <a:endParaRPr lang="zh-CN" altLang="en-US"/>
          </a:p>
        </p:txBody>
      </p:sp>
      <p:sp>
        <p:nvSpPr>
          <p:cNvPr id="13" name="Footer Placeholder 12">
            <a:extLst>
              <a:ext uri="{FF2B5EF4-FFF2-40B4-BE49-F238E27FC236}">
                <a16:creationId xmlns:a16="http://schemas.microsoft.com/office/drawing/2014/main" id="{1FBFB400-A9F2-D7BC-0E51-45FE526A5C88}"/>
              </a:ext>
            </a:extLst>
          </p:cNvPr>
          <p:cNvSpPr>
            <a:spLocks noGrp="1"/>
          </p:cNvSpPr>
          <p:nvPr>
            <p:ph type="ftr" sz="quarter" idx="11"/>
          </p:nvPr>
        </p:nvSpPr>
        <p:spPr>
          <a:xfrm>
            <a:off x="2743200" y="6584949"/>
            <a:ext cx="6705600" cy="269361"/>
          </a:xfrm>
        </p:spPr>
        <p:txBody>
          <a:bodyPr/>
          <a:lstStyle>
            <a:lvl1pPr>
              <a:defRPr lang="zh-CN" altLang="en-US" sz="1200" kern="1200" dirty="0">
                <a:solidFill>
                  <a:srgbClr val="FF0000"/>
                </a:solidFill>
                <a:latin typeface="Times New Roman" panose="02020603050405020304" pitchFamily="18" charset="0"/>
                <a:ea typeface="+mn-ea"/>
                <a:cs typeface="Times New Roman" panose="02020603050405020304" pitchFamily="18" charset="0"/>
              </a:defRPr>
            </a:lvl1pPr>
          </a:lstStyle>
          <a:p>
            <a:r>
              <a:rPr lang="en-US" altLang="zh-CN" dirty="0"/>
              <a:t>ND Prototypes analysis meeting</a:t>
            </a:r>
          </a:p>
        </p:txBody>
      </p:sp>
      <p:sp>
        <p:nvSpPr>
          <p:cNvPr id="14" name="Slide Number Placeholder 13">
            <a:extLst>
              <a:ext uri="{FF2B5EF4-FFF2-40B4-BE49-F238E27FC236}">
                <a16:creationId xmlns:a16="http://schemas.microsoft.com/office/drawing/2014/main" id="{DE0EE24F-0489-AD51-CE3F-5AE3A193079A}"/>
              </a:ext>
            </a:extLst>
          </p:cNvPr>
          <p:cNvSpPr>
            <a:spLocks noGrp="1"/>
          </p:cNvSpPr>
          <p:nvPr>
            <p:ph type="sldNum" sz="quarter" idx="12"/>
          </p:nvPr>
        </p:nvSpPr>
        <p:spPr>
          <a:xfrm>
            <a:off x="9448800" y="6592330"/>
            <a:ext cx="2743200" cy="261980"/>
          </a:xfrm>
        </p:spPr>
        <p:txBody>
          <a:bodyPr/>
          <a:lstStyle>
            <a:lvl1pPr>
              <a:defRPr>
                <a:solidFill>
                  <a:srgbClr val="FFFFFF"/>
                </a:solidFill>
                <a:latin typeface="Times New Roman" panose="02020603050405020304" pitchFamily="18" charset="0"/>
                <a:cs typeface="Times New Roman" panose="02020603050405020304" pitchFamily="18" charset="0"/>
              </a:defRPr>
            </a:lvl1pPr>
          </a:lstStyle>
          <a:p>
            <a:fld id="{0D84615C-8B50-4B86-ABB8-00B122DED859}" type="datetimeFigureOut">
              <a:rPr lang="zh-CN" altLang="en-US" smtClean="0"/>
              <a:pPr/>
              <a:t>2025/11/10</a:t>
            </a:fld>
            <a:r>
              <a:rPr lang="zh-CN" altLang="en-US"/>
              <a:t>   </a:t>
            </a:r>
            <a:fld id="{34356D37-98E8-4B99-8293-785204D09883}" type="slidenum">
              <a:rPr lang="zh-CN" altLang="en-US" smtClean="0"/>
              <a:pPr/>
              <a:t>‹#›</a:t>
            </a:fld>
            <a:r>
              <a:rPr lang="zh-CN" altLang="en-US"/>
              <a:t> </a:t>
            </a:r>
          </a:p>
        </p:txBody>
      </p:sp>
      <p:pic>
        <p:nvPicPr>
          <p:cNvPr id="5" name="Picture 4" descr="A blue and orange logo&#10;&#10;Description automatically generated">
            <a:extLst>
              <a:ext uri="{FF2B5EF4-FFF2-40B4-BE49-F238E27FC236}">
                <a16:creationId xmlns:a16="http://schemas.microsoft.com/office/drawing/2014/main" id="{6408210E-E0D8-146D-60E2-1D535FDE6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3928" y="0"/>
            <a:ext cx="1018059" cy="413587"/>
          </a:xfrm>
          <a:prstGeom prst="rect">
            <a:avLst/>
          </a:prstGeom>
        </p:spPr>
      </p:pic>
    </p:spTree>
    <p:extLst>
      <p:ext uri="{BB962C8B-B14F-4D97-AF65-F5344CB8AC3E}">
        <p14:creationId xmlns:p14="http://schemas.microsoft.com/office/powerpoint/2010/main" val="325940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60A4-01ED-7203-BA7D-3B76CB44B890}"/>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35CC0C4-312A-4AAE-0AAB-61DF531034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6D68B9E-DE84-92FF-50E1-4395FF4B5AF8}"/>
              </a:ext>
            </a:extLst>
          </p:cNvPr>
          <p:cNvSpPr>
            <a:spLocks noGrp="1"/>
          </p:cNvSpPr>
          <p:nvPr>
            <p:ph type="dt" sz="half" idx="10"/>
          </p:nvPr>
        </p:nvSpPr>
        <p:spPr/>
        <p:txBody>
          <a:bodyPr/>
          <a:lstStyle/>
          <a:p>
            <a:r>
              <a:rPr lang="en-US" altLang="zh-CN"/>
              <a:t>Billy Wang @ Caltech</a:t>
            </a:r>
          </a:p>
        </p:txBody>
      </p:sp>
      <p:sp>
        <p:nvSpPr>
          <p:cNvPr id="5" name="Footer Placeholder 4">
            <a:extLst>
              <a:ext uri="{FF2B5EF4-FFF2-40B4-BE49-F238E27FC236}">
                <a16:creationId xmlns:a16="http://schemas.microsoft.com/office/drawing/2014/main" id="{1B413298-D95B-3F47-0682-BC4694079F5B}"/>
              </a:ext>
            </a:extLst>
          </p:cNvPr>
          <p:cNvSpPr>
            <a:spLocks noGrp="1"/>
          </p:cNvSpPr>
          <p:nvPr>
            <p:ph type="ftr" sz="quarter" idx="11"/>
          </p:nvPr>
        </p:nvSpPr>
        <p:spPr/>
        <p:txBody>
          <a:bodyPr/>
          <a:lstStyle/>
          <a:p>
            <a:r>
              <a:rPr lang="en-US" altLang="zh-CN" dirty="0"/>
              <a:t>ND Prototypes analysis meeting</a:t>
            </a:r>
          </a:p>
        </p:txBody>
      </p:sp>
      <p:sp>
        <p:nvSpPr>
          <p:cNvPr id="6" name="Slide Number Placeholder 5">
            <a:extLst>
              <a:ext uri="{FF2B5EF4-FFF2-40B4-BE49-F238E27FC236}">
                <a16:creationId xmlns:a16="http://schemas.microsoft.com/office/drawing/2014/main" id="{EBABF1B5-DC0B-594C-065F-64748156B41C}"/>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79265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0BFE-B7BF-0E59-F511-FCA6D0B976E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03DC584-54FB-63AE-413B-3D449F18D5CB}"/>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918BCCD7-DB11-976F-25D9-67C53750831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72C96C26-5355-BC92-36A6-85335819E0C7}"/>
              </a:ext>
            </a:extLst>
          </p:cNvPr>
          <p:cNvSpPr>
            <a:spLocks noGrp="1"/>
          </p:cNvSpPr>
          <p:nvPr>
            <p:ph type="dt" sz="half" idx="10"/>
          </p:nvPr>
        </p:nvSpPr>
        <p:spPr/>
        <p:txBody>
          <a:bodyPr/>
          <a:lstStyle/>
          <a:p>
            <a:r>
              <a:rPr lang="en-US" altLang="zh-CN"/>
              <a:t>Billy Wang @ Caltech</a:t>
            </a:r>
            <a:endParaRPr lang="zh-CN" altLang="en-US"/>
          </a:p>
        </p:txBody>
      </p:sp>
      <p:sp>
        <p:nvSpPr>
          <p:cNvPr id="6" name="Footer Placeholder 5">
            <a:extLst>
              <a:ext uri="{FF2B5EF4-FFF2-40B4-BE49-F238E27FC236}">
                <a16:creationId xmlns:a16="http://schemas.microsoft.com/office/drawing/2014/main" id="{F8900182-77A1-5099-D9AD-FA29A55E9508}"/>
              </a:ext>
            </a:extLst>
          </p:cNvPr>
          <p:cNvSpPr>
            <a:spLocks noGrp="1"/>
          </p:cNvSpPr>
          <p:nvPr>
            <p:ph type="ftr" sz="quarter" idx="11"/>
          </p:nvPr>
        </p:nvSpPr>
        <p:spPr/>
        <p:txBody>
          <a:bodyPr/>
          <a:lstStyle/>
          <a:p>
            <a:r>
              <a:rPr lang="en-US" altLang="zh-CN" dirty="0"/>
              <a:t>2x2 Data Assessment Meeting</a:t>
            </a:r>
          </a:p>
        </p:txBody>
      </p:sp>
      <p:sp>
        <p:nvSpPr>
          <p:cNvPr id="7" name="Slide Number Placeholder 6">
            <a:extLst>
              <a:ext uri="{FF2B5EF4-FFF2-40B4-BE49-F238E27FC236}">
                <a16:creationId xmlns:a16="http://schemas.microsoft.com/office/drawing/2014/main" id="{1D1BDC66-E5E5-80BD-0A99-5F07C48AE9A9}"/>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610623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6769-1D10-F0E3-54E2-2B5CA62BFFCE}"/>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C742AFB-7D7E-C8A5-D570-C69B678CF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B74B932F-0C24-7005-16A9-C500D546DDF1}"/>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22E54D64-A04F-1570-A5A8-0566BB3A01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B931FA48-50DC-0AB9-FA7E-BC70E6808B74}"/>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724C2D33-665B-6AD9-2128-2B0E4B6E6957}"/>
              </a:ext>
            </a:extLst>
          </p:cNvPr>
          <p:cNvSpPr>
            <a:spLocks noGrp="1"/>
          </p:cNvSpPr>
          <p:nvPr>
            <p:ph type="dt" sz="half" idx="10"/>
          </p:nvPr>
        </p:nvSpPr>
        <p:spPr/>
        <p:txBody>
          <a:bodyPr/>
          <a:lstStyle/>
          <a:p>
            <a:r>
              <a:rPr lang="en-US" altLang="zh-CN"/>
              <a:t>Billy Wang @ UCSB</a:t>
            </a:r>
            <a:endParaRPr lang="zh-CN" altLang="en-US"/>
          </a:p>
        </p:txBody>
      </p:sp>
      <p:sp>
        <p:nvSpPr>
          <p:cNvPr id="8" name="Footer Placeholder 7">
            <a:extLst>
              <a:ext uri="{FF2B5EF4-FFF2-40B4-BE49-F238E27FC236}">
                <a16:creationId xmlns:a16="http://schemas.microsoft.com/office/drawing/2014/main" id="{533B993A-AB38-E616-BED0-460F75B469E3}"/>
              </a:ext>
            </a:extLst>
          </p:cNvPr>
          <p:cNvSpPr>
            <a:spLocks noGrp="1"/>
          </p:cNvSpPr>
          <p:nvPr>
            <p:ph type="ftr" sz="quarter" idx="11"/>
          </p:nvPr>
        </p:nvSpPr>
        <p:spPr/>
        <p:txBody>
          <a:bodyPr/>
          <a:lstStyle/>
          <a:p>
            <a:r>
              <a:rPr lang="en-US" altLang="zh-CN"/>
              <a:t>WAB Analysis</a:t>
            </a:r>
            <a:endParaRPr lang="zh-CN" altLang="en-US"/>
          </a:p>
        </p:txBody>
      </p:sp>
      <p:sp>
        <p:nvSpPr>
          <p:cNvPr id="9" name="Slide Number Placeholder 8">
            <a:extLst>
              <a:ext uri="{FF2B5EF4-FFF2-40B4-BE49-F238E27FC236}">
                <a16:creationId xmlns:a16="http://schemas.microsoft.com/office/drawing/2014/main" id="{6C468746-986A-7DFF-27DF-CCDF19D9B7DB}"/>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799990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E7C7-4CD9-1EEC-D988-C6E6BE147AA0}"/>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A2295612-A7B0-5040-7668-52847F5CC877}"/>
              </a:ext>
            </a:extLst>
          </p:cNvPr>
          <p:cNvSpPr>
            <a:spLocks noGrp="1"/>
          </p:cNvSpPr>
          <p:nvPr>
            <p:ph type="dt" sz="half" idx="10"/>
          </p:nvPr>
        </p:nvSpPr>
        <p:spPr/>
        <p:txBody>
          <a:bodyPr/>
          <a:lstStyle/>
          <a:p>
            <a:r>
              <a:rPr lang="en-US" altLang="zh-CN"/>
              <a:t>Billy Wang @ UCSB</a:t>
            </a:r>
            <a:endParaRPr lang="zh-CN" altLang="en-US"/>
          </a:p>
        </p:txBody>
      </p:sp>
      <p:sp>
        <p:nvSpPr>
          <p:cNvPr id="4" name="Footer Placeholder 3">
            <a:extLst>
              <a:ext uri="{FF2B5EF4-FFF2-40B4-BE49-F238E27FC236}">
                <a16:creationId xmlns:a16="http://schemas.microsoft.com/office/drawing/2014/main" id="{65BD6E18-F5C7-D63D-BC7D-50D0C3BF9787}"/>
              </a:ext>
            </a:extLst>
          </p:cNvPr>
          <p:cNvSpPr>
            <a:spLocks noGrp="1"/>
          </p:cNvSpPr>
          <p:nvPr>
            <p:ph type="ftr" sz="quarter" idx="11"/>
          </p:nvPr>
        </p:nvSpPr>
        <p:spPr/>
        <p:txBody>
          <a:bodyPr/>
          <a:lstStyle/>
          <a:p>
            <a:r>
              <a:rPr lang="en-US" altLang="zh-CN"/>
              <a:t>WAB Analysis</a:t>
            </a:r>
            <a:endParaRPr lang="zh-CN" altLang="en-US"/>
          </a:p>
        </p:txBody>
      </p:sp>
      <p:sp>
        <p:nvSpPr>
          <p:cNvPr id="5" name="Slide Number Placeholder 4">
            <a:extLst>
              <a:ext uri="{FF2B5EF4-FFF2-40B4-BE49-F238E27FC236}">
                <a16:creationId xmlns:a16="http://schemas.microsoft.com/office/drawing/2014/main" id="{6863C2E9-B218-A9AD-B25D-A83C849B293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014053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27396-3857-FBC6-8612-983EC4014410}"/>
              </a:ext>
            </a:extLst>
          </p:cNvPr>
          <p:cNvSpPr>
            <a:spLocks noGrp="1"/>
          </p:cNvSpPr>
          <p:nvPr>
            <p:ph type="dt" sz="half" idx="10"/>
          </p:nvPr>
        </p:nvSpPr>
        <p:spPr/>
        <p:txBody>
          <a:bodyPr/>
          <a:lstStyle/>
          <a:p>
            <a:r>
              <a:rPr lang="en-US" altLang="zh-CN"/>
              <a:t>Billy Wang @ UCSB</a:t>
            </a:r>
            <a:endParaRPr lang="zh-CN" altLang="en-US"/>
          </a:p>
        </p:txBody>
      </p:sp>
      <p:sp>
        <p:nvSpPr>
          <p:cNvPr id="3" name="Footer Placeholder 2">
            <a:extLst>
              <a:ext uri="{FF2B5EF4-FFF2-40B4-BE49-F238E27FC236}">
                <a16:creationId xmlns:a16="http://schemas.microsoft.com/office/drawing/2014/main" id="{21E3053D-31F1-B048-DE19-B65036D12FC0}"/>
              </a:ext>
            </a:extLst>
          </p:cNvPr>
          <p:cNvSpPr>
            <a:spLocks noGrp="1"/>
          </p:cNvSpPr>
          <p:nvPr>
            <p:ph type="ftr" sz="quarter" idx="11"/>
          </p:nvPr>
        </p:nvSpPr>
        <p:spPr/>
        <p:txBody>
          <a:bodyPr/>
          <a:lstStyle/>
          <a:p>
            <a:r>
              <a:rPr lang="en-US" altLang="zh-CN"/>
              <a:t>WAB Analysis</a:t>
            </a:r>
            <a:endParaRPr lang="zh-CN" altLang="en-US"/>
          </a:p>
        </p:txBody>
      </p:sp>
      <p:sp>
        <p:nvSpPr>
          <p:cNvPr id="4" name="Slide Number Placeholder 3">
            <a:extLst>
              <a:ext uri="{FF2B5EF4-FFF2-40B4-BE49-F238E27FC236}">
                <a16:creationId xmlns:a16="http://schemas.microsoft.com/office/drawing/2014/main" id="{8BBC05EA-B4DA-1449-C441-5D0877E5B77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54794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499A-5E5E-9DA9-88CF-804D42CD51A7}"/>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582B3F7-81E9-ABAF-F6F2-F6E6A36D2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15835F4-30CA-E6E8-3DF6-F4CB741DE6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3F15085E-DDD7-7DB7-16D5-FBE649F36E04}"/>
              </a:ext>
            </a:extLst>
          </p:cNvPr>
          <p:cNvSpPr>
            <a:spLocks noGrp="1"/>
          </p:cNvSpPr>
          <p:nvPr>
            <p:ph type="dt" sz="half" idx="10"/>
          </p:nvPr>
        </p:nvSpPr>
        <p:spPr/>
        <p:txBody>
          <a:bodyPr/>
          <a:lstStyle/>
          <a:p>
            <a:r>
              <a:rPr lang="en-US" altLang="zh-CN"/>
              <a:t>Billy Wang @ UCSB</a:t>
            </a:r>
            <a:endParaRPr lang="zh-CN" altLang="en-US"/>
          </a:p>
        </p:txBody>
      </p:sp>
      <p:sp>
        <p:nvSpPr>
          <p:cNvPr id="6" name="Footer Placeholder 5">
            <a:extLst>
              <a:ext uri="{FF2B5EF4-FFF2-40B4-BE49-F238E27FC236}">
                <a16:creationId xmlns:a16="http://schemas.microsoft.com/office/drawing/2014/main" id="{4FAA0CB6-D91C-8A94-D3D7-AC5816C90867}"/>
              </a:ext>
            </a:extLst>
          </p:cNvPr>
          <p:cNvSpPr>
            <a:spLocks noGrp="1"/>
          </p:cNvSpPr>
          <p:nvPr>
            <p:ph type="ftr" sz="quarter" idx="11"/>
          </p:nvPr>
        </p:nvSpPr>
        <p:spPr/>
        <p:txBody>
          <a:bodyPr/>
          <a:lstStyle/>
          <a:p>
            <a:r>
              <a:rPr lang="en-US" altLang="zh-CN"/>
              <a:t>WAB Analysis</a:t>
            </a:r>
            <a:endParaRPr lang="zh-CN" altLang="en-US"/>
          </a:p>
        </p:txBody>
      </p:sp>
      <p:sp>
        <p:nvSpPr>
          <p:cNvPr id="7" name="Slide Number Placeholder 6">
            <a:extLst>
              <a:ext uri="{FF2B5EF4-FFF2-40B4-BE49-F238E27FC236}">
                <a16:creationId xmlns:a16="http://schemas.microsoft.com/office/drawing/2014/main" id="{BAFDFD9F-9B37-1422-1F4C-ECBBD8CB946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880241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4645-AB0D-E106-8E6F-27164825986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CE044FAB-C765-CC61-1683-40AEAC080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7041332E-FEFB-A224-CFE5-24CB7514A0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67BEB050-1B48-CBFF-105D-E71702482A96}"/>
              </a:ext>
            </a:extLst>
          </p:cNvPr>
          <p:cNvSpPr>
            <a:spLocks noGrp="1"/>
          </p:cNvSpPr>
          <p:nvPr>
            <p:ph type="dt" sz="half" idx="10"/>
          </p:nvPr>
        </p:nvSpPr>
        <p:spPr/>
        <p:txBody>
          <a:bodyPr/>
          <a:lstStyle/>
          <a:p>
            <a:r>
              <a:rPr lang="en-US" altLang="zh-CN"/>
              <a:t>Billy Wang @ UCSB</a:t>
            </a:r>
            <a:endParaRPr lang="zh-CN" altLang="en-US"/>
          </a:p>
        </p:txBody>
      </p:sp>
      <p:sp>
        <p:nvSpPr>
          <p:cNvPr id="6" name="Footer Placeholder 5">
            <a:extLst>
              <a:ext uri="{FF2B5EF4-FFF2-40B4-BE49-F238E27FC236}">
                <a16:creationId xmlns:a16="http://schemas.microsoft.com/office/drawing/2014/main" id="{CB15C66B-B1B8-EBE2-87A4-5FAD8FDC16D9}"/>
              </a:ext>
            </a:extLst>
          </p:cNvPr>
          <p:cNvSpPr>
            <a:spLocks noGrp="1"/>
          </p:cNvSpPr>
          <p:nvPr>
            <p:ph type="ftr" sz="quarter" idx="11"/>
          </p:nvPr>
        </p:nvSpPr>
        <p:spPr/>
        <p:txBody>
          <a:bodyPr/>
          <a:lstStyle/>
          <a:p>
            <a:r>
              <a:rPr lang="en-US" altLang="zh-CN"/>
              <a:t>WAB Analysis</a:t>
            </a:r>
            <a:endParaRPr lang="zh-CN" altLang="en-US"/>
          </a:p>
        </p:txBody>
      </p:sp>
      <p:sp>
        <p:nvSpPr>
          <p:cNvPr id="7" name="Slide Number Placeholder 6">
            <a:extLst>
              <a:ext uri="{FF2B5EF4-FFF2-40B4-BE49-F238E27FC236}">
                <a16:creationId xmlns:a16="http://schemas.microsoft.com/office/drawing/2014/main" id="{6A6DF811-E5F6-F506-CDF9-87E712B06037}"/>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2495239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65E5-A04E-1718-4C85-FF5AAFBCE76F}"/>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ED7A31F4-739A-5F7F-68FD-F7010AFE8250}"/>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FBFC990-A2EB-17DA-FE26-563A41068EC4}"/>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2FCDCBE5-F983-7575-86BF-9630F6F6A06E}"/>
              </a:ext>
            </a:extLst>
          </p:cNvPr>
          <p:cNvSpPr>
            <a:spLocks noGrp="1"/>
          </p:cNvSpPr>
          <p:nvPr>
            <p:ph type="ftr" sz="quarter" idx="11"/>
          </p:nvPr>
        </p:nvSpPr>
        <p:spPr/>
        <p:txBody>
          <a:bodyPr/>
          <a:lstStyle/>
          <a:p>
            <a:r>
              <a:rPr lang="en-US" altLang="zh-CN"/>
              <a:t>WAB Analysis</a:t>
            </a:r>
            <a:endParaRPr lang="zh-CN" altLang="en-US"/>
          </a:p>
        </p:txBody>
      </p:sp>
      <p:sp>
        <p:nvSpPr>
          <p:cNvPr id="6" name="Slide Number Placeholder 5">
            <a:extLst>
              <a:ext uri="{FF2B5EF4-FFF2-40B4-BE49-F238E27FC236}">
                <a16:creationId xmlns:a16="http://schemas.microsoft.com/office/drawing/2014/main" id="{84BD704B-6B51-FE5E-3924-B7D075311384}"/>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94062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B7202-2E98-F272-A391-6202906C6D41}"/>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C4350FDB-1548-A762-3665-5EF227F5BC8F}"/>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0BD2E80-F311-DC6D-744E-B22AA6767FC7}"/>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AE486311-1C14-1270-8150-9F8C9E0F0D7A}"/>
              </a:ext>
            </a:extLst>
          </p:cNvPr>
          <p:cNvSpPr>
            <a:spLocks noGrp="1"/>
          </p:cNvSpPr>
          <p:nvPr>
            <p:ph type="ftr" sz="quarter" idx="11"/>
          </p:nvPr>
        </p:nvSpPr>
        <p:spPr/>
        <p:txBody>
          <a:bodyPr/>
          <a:lstStyle/>
          <a:p>
            <a:r>
              <a:rPr lang="en-US" altLang="zh-CN"/>
              <a:t>WAB Analysis</a:t>
            </a:r>
            <a:endParaRPr lang="zh-CN" altLang="en-US"/>
          </a:p>
        </p:txBody>
      </p:sp>
      <p:sp>
        <p:nvSpPr>
          <p:cNvPr id="6" name="Slide Number Placeholder 5">
            <a:extLst>
              <a:ext uri="{FF2B5EF4-FFF2-40B4-BE49-F238E27FC236}">
                <a16:creationId xmlns:a16="http://schemas.microsoft.com/office/drawing/2014/main" id="{F4563F40-BA35-402C-E31B-0964CADC2E0E}"/>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28165383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B437-92AE-A7B6-0CB3-701E06E6EA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3DD2FE5-972E-D7DB-C8AC-3CA357B4E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649F497-10A9-E5B8-214C-5E8218A80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Billy Wang @ Caltech</a:t>
            </a:r>
            <a:endParaRPr lang="zh-CN" altLang="en-US"/>
          </a:p>
        </p:txBody>
      </p:sp>
      <p:sp>
        <p:nvSpPr>
          <p:cNvPr id="5" name="Footer Placeholder 4">
            <a:extLst>
              <a:ext uri="{FF2B5EF4-FFF2-40B4-BE49-F238E27FC236}">
                <a16:creationId xmlns:a16="http://schemas.microsoft.com/office/drawing/2014/main" id="{829AE483-7D0B-6428-EBCB-BFE44AEFE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dirty="0"/>
              <a:t>ND Prototypes analysis meeting</a:t>
            </a:r>
          </a:p>
        </p:txBody>
      </p:sp>
      <p:sp>
        <p:nvSpPr>
          <p:cNvPr id="6" name="Slide Number Placeholder 5">
            <a:extLst>
              <a:ext uri="{FF2B5EF4-FFF2-40B4-BE49-F238E27FC236}">
                <a16:creationId xmlns:a16="http://schemas.microsoft.com/office/drawing/2014/main" id="{66D185E1-E47B-4669-3887-C8F412581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44587519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FC14-4975-7871-C361-D5D77ACE25EA}"/>
              </a:ext>
            </a:extLst>
          </p:cNvPr>
          <p:cNvSpPr>
            <a:spLocks noGrp="1"/>
          </p:cNvSpPr>
          <p:nvPr>
            <p:ph type="ctrTitle"/>
          </p:nvPr>
        </p:nvSpPr>
        <p:spPr>
          <a:xfrm>
            <a:off x="892370" y="1593248"/>
            <a:ext cx="7486650" cy="2387600"/>
          </a:xfrm>
        </p:spPr>
        <p:txBody>
          <a:bodyPr>
            <a:normAutofit/>
          </a:bodyPr>
          <a:lstStyle/>
          <a:p>
            <a:r>
              <a:t>Interaction-Level Charge-Light Matching</a:t>
            </a:r>
          </a:p>
          <a:p>
            <a:r>
              <a:t>v0.3.0: how the algorithm works, and where it fails</a:t>
            </a:r>
          </a:p>
        </p:txBody>
      </p:sp>
      <p:sp>
        <p:nvSpPr>
          <p:cNvPr id="3" name="Subtitle 2">
            <a:extLst>
              <a:ext uri="{FF2B5EF4-FFF2-40B4-BE49-F238E27FC236}">
                <a16:creationId xmlns:a16="http://schemas.microsoft.com/office/drawing/2014/main" id="{1EBC0536-8AC4-C4BB-B8C5-7E5E1CAC1F71}"/>
              </a:ext>
            </a:extLst>
          </p:cNvPr>
          <p:cNvSpPr>
            <a:spLocks noGrp="1"/>
          </p:cNvSpPr>
          <p:nvPr>
            <p:ph type="subTitle" idx="1"/>
          </p:nvPr>
        </p:nvSpPr>
        <p:spPr>
          <a:xfrm>
            <a:off x="892369" y="4354747"/>
            <a:ext cx="6883099" cy="2027642"/>
          </a:xfrm>
        </p:spPr>
        <p:txBody>
          <a:bodyPr>
            <a:normAutofit/>
          </a:bodyPr>
          <a:lstStyle/>
          <a:p>
            <a:r>
              <a:t>Yuxuan Wang (Billy)</a:t>
            </a:r>
          </a:p>
          <a:p>
            <a:r>
              <a:t>PI: Ryan Patterson</a:t>
            </a:r>
          </a:p>
          <a:p>
            <a:r>
              <a:t>ND Prototype Analysis Meeting</a:t>
            </a:r>
          </a:p>
        </p:txBody>
      </p:sp>
      <p:pic>
        <p:nvPicPr>
          <p:cNvPr id="6" name="Picture 5" descr="A blue and orange logo&#10;&#10;Description automatically generated">
            <a:extLst>
              <a:ext uri="{FF2B5EF4-FFF2-40B4-BE49-F238E27FC236}">
                <a16:creationId xmlns:a16="http://schemas.microsoft.com/office/drawing/2014/main" id="{B0B9636C-B641-73D6-F86B-768B0F2035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7911" y="4622954"/>
            <a:ext cx="2482771" cy="1008627"/>
          </a:xfrm>
          <a:prstGeom prst="rect">
            <a:avLst/>
          </a:prstGeom>
        </p:spPr>
      </p:pic>
      <p:pic>
        <p:nvPicPr>
          <p:cNvPr id="1026" name="Picture 2" descr="Caltech - IEG Global Association">
            <a:extLst>
              <a:ext uri="{FF2B5EF4-FFF2-40B4-BE49-F238E27FC236}">
                <a16:creationId xmlns:a16="http://schemas.microsoft.com/office/drawing/2014/main" id="{201607A8-C74C-6CE3-5259-4747723385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20563" y="2223380"/>
            <a:ext cx="1757468" cy="1757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69416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669280" cy="4471416"/>
          </a:xfrm>
        </p:spPr>
        <p:txBody>
          <a:bodyPr/>
          <a:lstStyle/>
          <a:p>
            <a:pPr/>
            <a:r>
              <a:t>ND-LAr spill: many neutrino / rock interactions overlap in each drift volume (TPC)</a:t>
            </a:r>
          </a:p>
          <a:p>
            <a:pPr/>
            <a:r>
              <a:t>Charge gives (y,z) and relative drift; the ABSOLUTE t0 (drift x) comes from matching to the scintillation-light flash</a:t>
            </a:r>
          </a:p>
          <a:p>
            <a:pPr/>
            <a:r>
              <a:t>Each TPC sees several flashes -&gt; must decide which flash each charge cluster belongs to</a:t>
            </a:r>
          </a:p>
          <a:p>
            <a:pPr/>
            <a:r>
              <a:t>Success = |reco t0 - truth t0| &lt;= 10 ticks (160 ns)</a:t>
            </a:r>
          </a:p>
          <a:p>
            <a:pPr/>
            <a:r>
              <a:t>v0.3.0 today: 94.9% of all hits correct (95.2% of non-shower energy), 100% coverage</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task: give every charge hit a drift-time t0</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lc_good.png"/>
          <p:cNvPicPr>
            <a:picLocks noChangeAspect="1"/>
          </p:cNvPicPr>
          <p:nvPr/>
        </p:nvPicPr>
        <p:blipFill>
          <a:blip r:embed="rId2"/>
          <a:stretch>
            <a:fillRect/>
          </a:stretch>
        </p:blipFill>
        <p:spPr>
          <a:xfrm>
            <a:off x="6172200" y="1691640"/>
            <a:ext cx="5577840" cy="4550343"/>
          </a:xfrm>
          <a:prstGeom prst="rect">
            <a:avLst/>
          </a:prstGeom>
        </p:spPr>
      </p:pic>
      <p:sp>
        <p:nvSpPr>
          <p:cNvPr id="8" name="TextBox 7"/>
          <p:cNvSpPr txBox="1"/>
          <p:nvPr/>
        </p:nvSpPr>
        <p:spPr>
          <a:xfrm>
            <a:off x="6172200" y="6315135"/>
            <a:ext cx="5486400" cy="274320"/>
          </a:xfrm>
          <a:prstGeom prst="rect">
            <a:avLst/>
          </a:prstGeom>
          <a:noFill/>
        </p:spPr>
        <p:txBody>
          <a:bodyPr wrap="none">
            <a:spAutoFit/>
          </a:bodyPr>
          <a:lstStyle/>
          <a:p>
            <a:r>
              <a:rPr sz="1000"/>
              <a:t>when placements are right, predicted (orange) tracks actual (blue) light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822960"/>
          </a:xfrm>
        </p:spPr>
        <p:txBody>
          <a:bodyPr/>
          <a:lstStyle/>
          <a:p>
            <a:pPr/>
            <a:r>
              <a:t>Strategy: place the confident, high-energy structures first, then peel off progressively smaller / more ambiguous clusters, and force-cover the tail</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pipeline at a glance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pipeline.png"/>
          <p:cNvPicPr>
            <a:picLocks noChangeAspect="1"/>
          </p:cNvPicPr>
          <p:nvPr/>
        </p:nvPicPr>
        <p:blipFill>
          <a:blip r:embed="rId2"/>
          <a:stretch>
            <a:fillRect/>
          </a:stretch>
        </p:blipFill>
        <p:spPr>
          <a:xfrm>
            <a:off x="653795" y="2468880"/>
            <a:ext cx="10881360" cy="21432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Group charge hits into clusters per TPC: straight tracks, showers, blobs</a:t>
            </a:r>
          </a:p>
          <a:p>
            <a:pPr/>
            <a:r>
              <a:t>Intuition: one cluster ~ one interaction's charge, and it will receive ONE t0</a:t>
            </a:r>
          </a:p>
          <a:p>
            <a:pPr/>
            <a:r>
              <a:t>v0.2.5 vertex-merge: tracks emerging from a common vertex are merged into one multi-prong cluster</a:t>
            </a:r>
          </a:p>
          <a:p>
            <a:pPr lvl="1"/>
            <a:r>
              <a:t>brighter and more constrained -&gt; places as a single unit</a:t>
            </a:r>
          </a:p>
          <a:p>
            <a:pPr/>
            <a:r>
              <a:t>Why: fragmented prongs each pick a flash independently -&gt; a classic source of swaps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 1 - Clustering: find the candidate interactions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669280" cy="4471416"/>
          </a:xfrm>
        </p:spPr>
        <p:txBody>
          <a:bodyPr/>
          <a:lstStyle/>
          <a:p>
            <a:pPr/>
            <a:r>
              <a:t>Charge2Light ML (perceiver): from a cluster's 3D charge, predict its per-channel light waveform</a:t>
            </a:r>
          </a:p>
          <a:p>
            <a:pPr/>
            <a:r>
              <a:t>This 'template' is the expected light image if the cluster flashed at t0 = 0</a:t>
            </a:r>
          </a:p>
          <a:p>
            <a:pPr/>
            <a:r>
              <a:t>Intuition: shift the template to any candidate t0 and compare to the actual light</a:t>
            </a:r>
          </a:p>
          <a:p>
            <a:pPr/>
            <a:r>
              <a:t>The whole matcher = place clusters at t0s so the SUM of templates best explains the actual light</a:t>
            </a:r>
          </a:p>
          <a:p>
            <a:pPr/>
            <a:r>
              <a:t>Prediction is ~80% of true amplitude (a systematic) but spatially faithful</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 2 - Predict the light each cluster would make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lc_good.png"/>
          <p:cNvPicPr>
            <a:picLocks noChangeAspect="1"/>
          </p:cNvPicPr>
          <p:nvPr/>
        </p:nvPicPr>
        <p:blipFill>
          <a:blip r:embed="rId2"/>
          <a:stretch>
            <a:fillRect/>
          </a:stretch>
        </p:blipFill>
        <p:spPr>
          <a:xfrm>
            <a:off x="6172200" y="1691640"/>
            <a:ext cx="5577840" cy="4550343"/>
          </a:xfrm>
          <a:prstGeom prst="rect">
            <a:avLst/>
          </a:prstGeom>
        </p:spPr>
      </p:pic>
      <p:sp>
        <p:nvSpPr>
          <p:cNvPr id="8" name="TextBox 7"/>
          <p:cNvSpPr txBox="1"/>
          <p:nvPr/>
        </p:nvSpPr>
        <p:spPr>
          <a:xfrm>
            <a:off x="6172200" y="6315135"/>
            <a:ext cx="5486400" cy="274320"/>
          </a:xfrm>
          <a:prstGeom prst="rect">
            <a:avLst/>
          </a:prstGeom>
          <a:noFill/>
        </p:spPr>
        <p:txBody>
          <a:bodyPr wrap="none">
            <a:spAutoFit/>
          </a:bodyPr>
          <a:lstStyle/>
          <a:p>
            <a:r>
              <a:rPr sz="1000"/>
              <a:t>a correctly-placed TPC: sum of predicted templates (orange) explains the actual light (blue)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Order: showers -&gt; &gt;=3-TPC straight tracks -&gt; energy-banded permutation batches for the 1-2 TPC pool</a:t>
            </a:r>
          </a:p>
          <a:p>
            <a:pPr/>
            <a:r>
              <a:t>Each placement scans t0; a soft-cosine matched filter picks the best flash (a hard gate hurts)</a:t>
            </a:r>
          </a:p>
          <a:p>
            <a:pPr/>
            <a:r>
              <a:t>Intuition: long tracks / showers are bright and span many channels -&gt; their t0 is unambiguous</a:t>
            </a:r>
          </a:p>
          <a:p>
            <a:pPr lvl="1"/>
            <a:r>
              <a:t>lock them first so they constrain everyone else's light budget</a:t>
            </a:r>
          </a:p>
          <a:p>
            <a:pPr/>
            <a:r>
              <a:t>Overflow trigger + rescue: unexplained EXCESS light (saturation, &gt;=3 channels excess) means a cluster is mis-placed or a second one is hiding -&gt; Stage A/B repair</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 3 - Backbone: place the confident structures first</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The 1-2 TPC clusters left after the backbone are placed in energy order</a:t>
            </a:r>
          </a:p>
          <a:p>
            <a:pPr/>
            <a:r>
              <a:t>Energy-banded permutation (batch cap 5; commit N-1, last cluster returns to the pool)</a:t>
            </a:r>
          </a:p>
          <a:p>
            <a:pPr/>
            <a:r>
              <a:t>Intuition: within an energy band, jointly test which cluster-&gt;flash assignment fits best,</a:t>
            </a:r>
          </a:p>
          <a:p>
            <a:pPr lvl="1"/>
            <a:r>
              <a:t>instead of a greedy one-at-a-time choice that locks in early mistakes</a:t>
            </a:r>
          </a:p>
          <a:p>
            <a:pPr/>
            <a:r>
              <a:t>P2-placed cohort accuracy: 92.5% -&gt; 94.0% once the police (next step) is added</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 4 - P2: place the small-cluster pool jointly</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V2: after placement, re-examine each cluster - would moving it to another flash lower the light loss?</a:t>
            </a:r>
          </a:p>
          <a:p>
            <a:pPr/>
            <a:r>
              <a:t>Placement police: every P2 / V2 placement or move is PROBED at its t0 the instant it commits</a:t>
            </a:r>
          </a:p>
          <a:p>
            <a:pPr/>
            <a:r>
              <a:t>On alarm (overflow gate fires) resolve immediately: keep / rewind / rescan (rescan usually wins)</a:t>
            </a:r>
          </a:p>
          <a:p>
            <a:pPr/>
            <a:r>
              <a:t>Intuition: correct a bad placement BEFORE it corrupts the light budget that later clusters see</a:t>
            </a:r>
          </a:p>
          <a:p>
            <a:pPr/>
            <a:r>
              <a:t>Backbone integrity is asserted unchanged through the whole chain</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 5 - V2 + placement police: catch mistakes at commit</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Sub-50 MeV clusters carry ~12% of energy but are too dim to place on their own</a:t>
            </a:r>
          </a:p>
          <a:p>
            <a:pPr/>
            <a:r>
              <a:t>Expansion: attach each to a placed interaction ('family') by geodesic distance + light 'regret' insertion</a:t>
            </a:r>
          </a:p>
          <a:p>
            <a:pPr lvl="1"/>
            <a:r>
              <a:t>a family sitting at one t0 is bright and pins the attachment</a:t>
            </a:r>
          </a:p>
          <a:p>
            <a:pPr/>
            <a:r>
              <a:t>Matrix: an error-matrix sweeps whatever the expansion leaves</a:t>
            </a:r>
          </a:p>
          <a:p>
            <a:pPr/>
            <a:r>
              <a:t>Force-coverage: assign everything still unplaced by pure geometry -&gt; 100% coverage</a:t>
            </a:r>
          </a:p>
          <a:p>
            <a:pPr/>
            <a:r>
              <a:t>Intuition: a small cluster inherits the t0 of the interaction it physically belongs to</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Steps 6-7 - Phase-3: absorb the tail, then force coverage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669280" cy="4471416"/>
          </a:xfrm>
        </p:spPr>
        <p:txBody>
          <a:bodyPr/>
          <a:lstStyle/>
          <a:p>
            <a:pPr/>
            <a:r>
              <a:t>94.9% of ALL hits get the correct t0 (94.6% energy-weighted)</a:t>
            </a:r>
          </a:p>
          <a:p>
            <a:pPr/>
            <a:r>
              <a:t>Non-shower TPCs (&lt;=1.4 GeV): 95.2% of energy correct</a:t>
            </a:r>
          </a:p>
          <a:p>
            <a:pPr/>
            <a:r>
              <a:t>Shower TPCs (&gt;1.4 GeV): 93.3% - a dedicated approach comes later</a:t>
            </a:r>
          </a:p>
          <a:p>
            <a:pPr/>
            <a:r>
              <a:t>100% coverage (force-coverage assigns everything)</a:t>
            </a:r>
          </a:p>
          <a:p>
            <a:pPr/>
            <a:r>
              <a:t>39 MiniProdN5p1 events; |reco-truth| &lt;= 10 ticks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Where we stand: v0.3.0 accuracy</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results.png"/>
          <p:cNvPicPr>
            <a:picLocks noChangeAspect="1"/>
          </p:cNvPicPr>
          <p:nvPr/>
        </p:nvPicPr>
        <p:blipFill>
          <a:blip r:embed="rId2"/>
          <a:stretch>
            <a:fillRect/>
          </a:stretch>
        </p:blipFill>
        <p:spPr>
          <a:xfrm>
            <a:off x="6172200" y="1737360"/>
            <a:ext cx="5577840" cy="374761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852160" cy="4471416"/>
          </a:xfrm>
        </p:spPr>
        <p:txBody>
          <a:bodyPr/>
          <a:lstStyle/>
          <a:p>
            <a:pPr/>
            <a:r>
              <a:t>Non-shower wrong energy = 4.0% of truth energy - and it is highly structured</a:t>
            </a:r>
          </a:p>
          <a:p>
            <a:pPr/>
            <a:r>
              <a:t>SWAP (91%): two interactions in one TPC each get the OTHER's flash</a:t>
            </a:r>
          </a:p>
          <a:p>
            <a:pPr/>
            <a:r>
              <a:t>LANDED (5.5%): grabbed a real flash owned by a neighbouring TPC (shared light)</a:t>
            </a:r>
          </a:p>
          <a:p>
            <a:pPr/>
            <a:r>
              <a:t>OFF-flash (3.5%): placement drifts a few ticks past the 10-tick cut</a:t>
            </a:r>
          </a:p>
          <a:p>
            <a:pPr/>
            <a:r>
              <a:t>Clustering is correct - only the t0 LABELS move</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Where it fails: 91% of mistakes are t0 SWAPS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taxonomy.png"/>
          <p:cNvPicPr>
            <a:picLocks noChangeAspect="1"/>
          </p:cNvPicPr>
          <p:nvPr/>
        </p:nvPicPr>
        <p:blipFill>
          <a:blip r:embed="rId2"/>
          <a:stretch>
            <a:fillRect/>
          </a:stretch>
        </p:blipFill>
        <p:spPr>
          <a:xfrm>
            <a:off x="6446520" y="1783080"/>
            <a:ext cx="5303519" cy="36782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914400"/>
          </a:xfrm>
        </p:spPr>
        <p:txBody>
          <a:bodyPr/>
          <a:lstStyle/>
          <a:p>
            <a:pPr/>
            <a:r>
              <a:t>Same charge, same clusters - only the t0 grouping differs between reco and truth</a:t>
            </a:r>
          </a:p>
          <a:p>
            <a:pPr/>
            <a:r>
              <a:t>The wrong hits form whole coherent tracks, not scattered noise</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swap, seen in 3D (TPC 5)</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b0_0000002_ev1_tpc5_reco3d.png"/>
          <p:cNvPicPr>
            <a:picLocks noChangeAspect="1"/>
          </p:cNvPicPr>
          <p:nvPr/>
        </p:nvPicPr>
        <p:blipFill>
          <a:blip r:embed="rId2"/>
          <a:stretch>
            <a:fillRect/>
          </a:stretch>
        </p:blipFill>
        <p:spPr>
          <a:xfrm>
            <a:off x="548640" y="2468880"/>
            <a:ext cx="5018809" cy="3840480"/>
          </a:xfrm>
          <a:prstGeom prst="rect">
            <a:avLst/>
          </a:prstGeom>
        </p:spPr>
      </p:pic>
      <p:pic>
        <p:nvPicPr>
          <p:cNvPr id="8" name="Picture 7" descr="b0_0000002_ev1_tpc5_truth3d.png"/>
          <p:cNvPicPr>
            <a:picLocks noChangeAspect="1"/>
          </p:cNvPicPr>
          <p:nvPr/>
        </p:nvPicPr>
        <p:blipFill>
          <a:blip r:embed="rId3"/>
          <a:stretch>
            <a:fillRect/>
          </a:stretch>
        </p:blipFill>
        <p:spPr>
          <a:xfrm>
            <a:off x="6172200" y="2468880"/>
            <a:ext cx="5018809" cy="3840480"/>
          </a:xfrm>
          <a:prstGeom prst="rect">
            <a:avLst/>
          </a:prstGeom>
        </p:spPr>
      </p:pic>
      <p:sp>
        <p:nvSpPr>
          <p:cNvPr id="9" name="TextBox 8"/>
          <p:cNvSpPr txBox="1"/>
          <p:nvPr/>
        </p:nvSpPr>
        <p:spPr>
          <a:xfrm>
            <a:off x="2194560" y="6355080"/>
            <a:ext cx="2743200" cy="274320"/>
          </a:xfrm>
          <a:prstGeom prst="rect">
            <a:avLst/>
          </a:prstGeom>
          <a:noFill/>
        </p:spPr>
        <p:txBody>
          <a:bodyPr wrap="none">
            <a:spAutoFit/>
          </a:bodyPr>
          <a:lstStyle/>
          <a:p>
            <a:r>
              <a:rPr sz="1000"/>
              <a:t>RECO t0 (matcher)</a:t>
            </a:r>
          </a:p>
        </p:txBody>
      </p:sp>
      <p:sp>
        <p:nvSpPr>
          <p:cNvPr id="10" name="TextBox 9"/>
          <p:cNvSpPr txBox="1"/>
          <p:nvPr/>
        </p:nvSpPr>
        <p:spPr>
          <a:xfrm>
            <a:off x="7955279" y="6355080"/>
            <a:ext cx="2743200" cy="274320"/>
          </a:xfrm>
          <a:prstGeom prst="rect">
            <a:avLst/>
          </a:prstGeom>
          <a:noFill/>
        </p:spPr>
        <p:txBody>
          <a:bodyPr wrap="none">
            <a:spAutoFit/>
          </a:bodyPr>
          <a:lstStyle/>
          <a:p>
            <a:r>
              <a:rPr sz="1000"/>
              <a:t>TRUTH t0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120640" cy="4471416"/>
          </a:xfrm>
        </p:spPr>
        <p:txBody>
          <a:bodyPr/>
          <a:lstStyle/>
          <a:p>
            <a:pPr/>
            <a:r>
              <a:t>L257 (295 MeV): truly at t0=33, but placed at 398</a:t>
            </a:r>
          </a:p>
          <a:p>
            <a:pPr/>
            <a:r>
              <a:t>L16 (185 MeV): truly at 398, but placed at 34</a:t>
            </a:r>
          </a:p>
          <a:p>
            <a:pPr/>
            <a:r>
              <a:t>BOTH t0 are real, bright flash peaks</a:t>
            </a:r>
          </a:p>
          <a:p>
            <a:pPr/>
            <a:r>
              <a:t>-&gt; the summed light is near-degenerate under the swap</a:t>
            </a:r>
          </a:p>
          <a:p>
            <a:pPr/>
            <a:r>
              <a:t>Wrong hits (red rings) = the whole track that got the wrong flash</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swap in the light: two real flashes, crossed</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lc_tpc5.png"/>
          <p:cNvPicPr>
            <a:picLocks noChangeAspect="1"/>
          </p:cNvPicPr>
          <p:nvPr/>
        </p:nvPicPr>
        <p:blipFill>
          <a:blip r:embed="rId2"/>
          <a:stretch>
            <a:fillRect/>
          </a:stretch>
        </p:blipFill>
        <p:spPr>
          <a:xfrm>
            <a:off x="5989320" y="1600200"/>
            <a:ext cx="5760720" cy="469953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212080" cy="4471416"/>
          </a:xfrm>
        </p:spPr>
        <p:txBody>
          <a:bodyPr/>
          <a:lstStyle/>
          <a:p>
            <a:pPr/>
            <a:r>
              <a:t>1. Never tested: clusters are grouped by reco-t0, so the two swap partners land in different groups and the swap permutation is never co-scored</a:t>
            </a:r>
          </a:p>
          <a:p>
            <a:pPr/>
            <a:r>
              <a:t>2. Degenerate objective: both flashes bright -&gt; summed light barely moves under the swap; a greedy 'biggest cluster -&gt; brightest flash' bias</a:t>
            </a:r>
          </a:p>
          <a:p>
            <a:pPr/>
            <a:r>
              <a:t>3. No anchor: the swapped cluster's flash trigger did not fire (or was overridden)</a:t>
            </a:r>
          </a:p>
          <a:p>
            <a:pPr/>
            <a:r>
              <a:t>All fixable: the correct flash IS present in the TPC</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Why swaps survive - three reinforcing gaps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lc_tpc38.png"/>
          <p:cNvPicPr>
            <a:picLocks noChangeAspect="1"/>
          </p:cNvPicPr>
          <p:nvPr/>
        </p:nvPicPr>
        <p:blipFill>
          <a:blip r:embed="rId2"/>
          <a:stretch>
            <a:fillRect/>
          </a:stretch>
        </p:blipFill>
        <p:spPr>
          <a:xfrm>
            <a:off x="6172200" y="1600200"/>
            <a:ext cx="5577840" cy="4550343"/>
          </a:xfrm>
          <a:prstGeom prst="rect">
            <a:avLst/>
          </a:prstGeom>
        </p:spPr>
      </p:pic>
      <p:sp>
        <p:nvSpPr>
          <p:cNvPr id="8" name="TextBox 7"/>
          <p:cNvSpPr txBox="1"/>
          <p:nvPr/>
        </p:nvSpPr>
        <p:spPr>
          <a:xfrm>
            <a:off x="6172200" y="6205407"/>
            <a:ext cx="5577840" cy="274320"/>
          </a:xfrm>
          <a:prstGeom prst="rect">
            <a:avLst/>
          </a:prstGeom>
          <a:noFill/>
        </p:spPr>
        <p:txBody>
          <a:bodyPr wrap="none">
            <a:spAutoFit/>
          </a:bodyPr>
          <a:lstStyle/>
          <a:p>
            <a:r>
              <a:rPr sz="1000"/>
              <a:t>TPC 38: two flashes only 37 ticks apart get crossed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212080" cy="4471416"/>
          </a:xfrm>
        </p:spPr>
        <p:txBody>
          <a:bodyPr/>
          <a:lstStyle/>
          <a:p>
            <a:pPr/>
            <a:r>
              <a:t>LANDED (5.5%): a long through-going muon grabs a real flash whose charge is in ANOTHER TPC (light is shared across TPCs)</a:t>
            </a:r>
          </a:p>
          <a:p>
            <a:pPr/>
            <a:r>
              <a:t>OFF-flash (3.5%): the flash trigger found the right t0, but the placement drifted ~12 ticks</a:t>
            </a:r>
          </a:p>
          <a:p>
            <a:pPr lvl="1"/>
            <a:r>
              <a:t>just over the 10-tick cut -&gt; a near-miss, largely benign</a:t>
            </a:r>
          </a:p>
          <a:p>
            <a:pPr/>
            <a:r>
              <a:t>Both involve long tracks whose light is spread / shared -&gt; ambiguous association</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Minority failure modes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fig_lc_tpc37.png"/>
          <p:cNvPicPr>
            <a:picLocks noChangeAspect="1"/>
          </p:cNvPicPr>
          <p:nvPr/>
        </p:nvPicPr>
        <p:blipFill>
          <a:blip r:embed="rId2"/>
          <a:stretch>
            <a:fillRect/>
          </a:stretch>
        </p:blipFill>
        <p:spPr>
          <a:xfrm>
            <a:off x="6172200" y="1600200"/>
            <a:ext cx="5577840" cy="4550343"/>
          </a:xfrm>
          <a:prstGeom prst="rect">
            <a:avLst/>
          </a:prstGeom>
        </p:spPr>
      </p:pic>
      <p:sp>
        <p:nvSpPr>
          <p:cNvPr id="8" name="TextBox 7"/>
          <p:cNvSpPr txBox="1"/>
          <p:nvPr/>
        </p:nvSpPr>
        <p:spPr>
          <a:xfrm>
            <a:off x="6172200" y="6205407"/>
            <a:ext cx="5577840" cy="274320"/>
          </a:xfrm>
          <a:prstGeom prst="rect">
            <a:avLst/>
          </a:prstGeom>
          <a:noFill/>
        </p:spPr>
        <p:txBody>
          <a:bodyPr wrap="none">
            <a:spAutoFit/>
          </a:bodyPr>
          <a:lstStyle/>
          <a:p>
            <a:r>
              <a:rPr sz="1000"/>
              <a:t>TPC 37: a 6-TPC muon placed 12 ticks late (135 vs true 123)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v0.3.0 full chain: 94.9% all-hits / 95.2% non-shower energy, 100% coverage</a:t>
            </a:r>
          </a:p>
          <a:p>
            <a:pPr/>
            <a:r>
              <a:t>Dominant residual = pairwise t0 swaps (91%) - a matching-policy problem, not light availability</a:t>
            </a:r>
          </a:p>
          <a:p>
            <a:pPr/>
            <a:r>
              <a:t>Discriminator validated: a saturation-masked per-channel SPATIAL cosine prefers the correct t0 (7/7 clean cases)</a:t>
            </a:r>
          </a:p>
          <a:p>
            <a:pPr lvl="1"/>
            <a:r>
              <a:t>a swap-fix pass recovers the big clean swaps (e.g. +1.4pp on the worst TPC)</a:t>
            </a:r>
          </a:p>
          <a:p>
            <a:pPr lvl="1"/>
            <a:r>
              <a:t>but net-neutral as a blanket pass (broad light -&gt; small margins); need energy-weighted / joint assignment</a:t>
            </a:r>
          </a:p>
          <a:p>
            <a:pPr/>
            <a:r>
              <a:t>Next: dedicated handling for shower TPCs (&gt;1.4 GeV)</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Summary and next steps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theme/theme1.xml><?xml version="1.0" encoding="utf-8"?>
<a:theme xmlns:a="http://schemas.openxmlformats.org/drawingml/2006/main" name="Office Theme">
  <a:themeElements>
    <a:clrScheme name="Custom 3">
      <a:dk1>
        <a:sysClr val="windowText" lastClr="000000"/>
      </a:dk1>
      <a:lt1>
        <a:srgbClr val="00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3">
    <a:dk1>
      <a:sysClr val="windowText" lastClr="000000"/>
    </a:dk1>
    <a:lt1>
      <a:srgbClr val="00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8693</TotalTime>
  <Words>622</Words>
  <Application>Microsoft Office PowerPoint</Application>
  <PresentationFormat>Widescreen</PresentationFormat>
  <Paragraphs>64</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等线</vt:lpstr>
      <vt:lpstr>等线 Light</vt:lpstr>
      <vt:lpstr>Arial</vt:lpstr>
      <vt:lpstr>Times New Roman</vt:lpstr>
      <vt:lpstr>Wingdings</vt:lpstr>
      <vt:lpstr>Office Theme</vt:lpstr>
      <vt:lpstr>Interaction Level Charge Light Matching Neutron Hits &amp; On-data validations</vt:lpstr>
      <vt:lpstr>Sample selection for the ML </vt:lpstr>
      <vt:lpstr>Flash finding histogram </vt:lpstr>
      <vt:lpstr>New algorithm design (tentative):</vt:lpstr>
      <vt:lpstr>From 4 to 5 flash comparism</vt:lpstr>
      <vt:lpstr>From 4 to 5 flash is a big transition</vt:lpstr>
      <vt:lpstr>Issue on the 2x2 side</vt:lpstr>
      <vt:lpstr>Issue on the 2x2 side</vt:lpstr>
      <vt:lpstr>How to resolve this issue?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WAB and WAB-like Background Vetoing</dc:title>
  <dc:creator>Billy Wang</dc:creator>
  <cp:lastModifiedBy>Wang, Yuxuan (Billy)</cp:lastModifiedBy>
  <cp:revision>12</cp:revision>
  <dcterms:created xsi:type="dcterms:W3CDTF">2022-10-21T21:04:48Z</dcterms:created>
  <dcterms:modified xsi:type="dcterms:W3CDTF">2025-11-11T18:16:29Z</dcterms:modified>
</cp:coreProperties>
</file>